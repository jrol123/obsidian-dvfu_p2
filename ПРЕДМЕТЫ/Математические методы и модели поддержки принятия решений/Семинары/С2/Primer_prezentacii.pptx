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</p:sldIdLst>
  <p:sldSz cx="9906000" cy="6858000" type="A4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644" autoAdjust="0"/>
    <p:restoredTop sz="94627" autoAdjust="0"/>
  </p:normalViewPr>
  <p:slideViewPr>
    <p:cSldViewPr>
      <p:cViewPr varScale="1">
        <p:scale>
          <a:sx n="66" d="100"/>
          <a:sy n="66" d="100"/>
        </p:scale>
        <p:origin x="352" y="4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F7E3A-BCE0-4003-AE5A-BD7B3871B73E}" type="doc">
      <dgm:prSet loTypeId="urn:microsoft.com/office/officeart/2005/8/layout/chevron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1BB5D2D3-E11A-40AB-BF8A-AC0112472FDA}">
      <dgm:prSet phldrT="[Текст]" custT="1"/>
      <dgm:spPr/>
      <dgm:t>
        <a:bodyPr/>
        <a:lstStyle/>
        <a:p>
          <a:r>
            <a:rPr lang="ru-RU" sz="2800" dirty="0" smtClean="0"/>
            <a:t>Цель:</a:t>
          </a:r>
          <a:endParaRPr lang="ru-RU" sz="2800" dirty="0"/>
        </a:p>
      </dgm:t>
    </dgm:pt>
    <dgm:pt modelId="{7DC40010-4D2B-4832-A38F-F9EE557A9769}" type="parTrans" cxnId="{710919FF-909B-48C7-9C93-44CD32F002D3}">
      <dgm:prSet/>
      <dgm:spPr/>
      <dgm:t>
        <a:bodyPr/>
        <a:lstStyle/>
        <a:p>
          <a:endParaRPr lang="ru-RU"/>
        </a:p>
      </dgm:t>
    </dgm:pt>
    <dgm:pt modelId="{BB9CB902-E0C3-4DDC-A1C4-220FCA9EE6D5}" type="sibTrans" cxnId="{710919FF-909B-48C7-9C93-44CD32F002D3}">
      <dgm:prSet/>
      <dgm:spPr/>
      <dgm:t>
        <a:bodyPr/>
        <a:lstStyle/>
        <a:p>
          <a:endParaRPr lang="ru-RU"/>
        </a:p>
      </dgm:t>
    </dgm:pt>
    <dgm:pt modelId="{E600B337-D128-4BE0-8452-F83722E9B51C}">
      <dgm:prSet phldrT="[Текст]" custT="1"/>
      <dgm:spPr/>
      <dgm:t>
        <a:bodyPr/>
        <a:lstStyle/>
        <a:p>
          <a:r>
            <a:rPr lang="ru-RU" sz="2800" dirty="0" smtClean="0"/>
            <a:t>Задачи:</a:t>
          </a:r>
          <a:endParaRPr lang="ru-RU" sz="2800" dirty="0"/>
        </a:p>
      </dgm:t>
    </dgm:pt>
    <dgm:pt modelId="{6B75D3B8-38E9-483F-818D-C1473D75ABFD}" type="parTrans" cxnId="{2E570848-AC59-4B0C-95FB-0DD8CB1F455E}">
      <dgm:prSet/>
      <dgm:spPr/>
      <dgm:t>
        <a:bodyPr/>
        <a:lstStyle/>
        <a:p>
          <a:endParaRPr lang="ru-RU"/>
        </a:p>
      </dgm:t>
    </dgm:pt>
    <dgm:pt modelId="{5216573F-258F-4E02-92B4-8C3E786E9375}" type="sibTrans" cxnId="{2E570848-AC59-4B0C-95FB-0DD8CB1F455E}">
      <dgm:prSet/>
      <dgm:spPr/>
      <dgm:t>
        <a:bodyPr/>
        <a:lstStyle/>
        <a:p>
          <a:endParaRPr lang="ru-RU"/>
        </a:p>
      </dgm:t>
    </dgm:pt>
    <dgm:pt modelId="{7B5044BF-7787-49B5-BAE3-EF333DA71899}">
      <dgm:prSet phldrT="[Текст]" custT="1"/>
      <dgm:spPr/>
      <dgm:t>
        <a:bodyPr/>
        <a:lstStyle/>
        <a:p>
          <a:r>
            <a:rPr lang="ru-RU" sz="1800" dirty="0" smtClean="0"/>
            <a:t>установить  </a:t>
          </a:r>
          <a:r>
            <a:rPr lang="en-US" sz="1800" dirty="0" smtClean="0"/>
            <a:t>Active Directory</a:t>
          </a:r>
          <a:r>
            <a:rPr lang="ru-RU" sz="1800" dirty="0" smtClean="0"/>
            <a:t> на ОС </a:t>
          </a:r>
          <a:r>
            <a:rPr lang="en-US" sz="1800" dirty="0" smtClean="0"/>
            <a:t>Windows</a:t>
          </a:r>
          <a:r>
            <a:rPr lang="ru-RU" sz="1800" dirty="0" smtClean="0"/>
            <a:t> 2008/2008 </a:t>
          </a:r>
          <a:r>
            <a:rPr lang="en-US" sz="1800" dirty="0" smtClean="0"/>
            <a:t>R</a:t>
          </a:r>
          <a:r>
            <a:rPr lang="ru-RU" sz="1800" dirty="0" smtClean="0"/>
            <a:t>2</a:t>
          </a:r>
          <a:endParaRPr lang="ru-RU" sz="1800" dirty="0"/>
        </a:p>
      </dgm:t>
    </dgm:pt>
    <dgm:pt modelId="{EBB50789-F67F-4223-9303-30FDC190071A}" type="sibTrans" cxnId="{6C53271B-1D6B-4D7F-948B-60D2149F5223}">
      <dgm:prSet/>
      <dgm:spPr/>
      <dgm:t>
        <a:bodyPr/>
        <a:lstStyle/>
        <a:p>
          <a:endParaRPr lang="ru-RU"/>
        </a:p>
      </dgm:t>
    </dgm:pt>
    <dgm:pt modelId="{8B0AFC8C-2362-4BBA-8EFB-1B633F715F89}" type="parTrans" cxnId="{6C53271B-1D6B-4D7F-948B-60D2149F5223}">
      <dgm:prSet/>
      <dgm:spPr/>
      <dgm:t>
        <a:bodyPr/>
        <a:lstStyle/>
        <a:p>
          <a:endParaRPr lang="ru-RU"/>
        </a:p>
      </dgm:t>
    </dgm:pt>
    <dgm:pt modelId="{CDEBB7F9-C924-4584-B26D-8E85E5C47BDB}">
      <dgm:prSet phldrT="[Текст]" custT="1"/>
      <dgm:spPr/>
      <dgm:t>
        <a:bodyPr/>
        <a:lstStyle/>
        <a:p>
          <a:r>
            <a:rPr lang="ru-RU" sz="1800" dirty="0" smtClean="0"/>
            <a:t>рассмотреть функции и структуру </a:t>
          </a:r>
          <a:r>
            <a:rPr lang="en-US" sz="1800" dirty="0" smtClean="0"/>
            <a:t>Active Directory</a:t>
          </a:r>
          <a:endParaRPr lang="ru-RU" sz="1800" dirty="0"/>
        </a:p>
      </dgm:t>
    </dgm:pt>
    <dgm:pt modelId="{8F152870-D60C-45CC-A874-CB4D1017F753}" type="sibTrans" cxnId="{0A40EC28-38F9-4ECD-A6F5-4394DCE17D04}">
      <dgm:prSet/>
      <dgm:spPr/>
      <dgm:t>
        <a:bodyPr/>
        <a:lstStyle/>
        <a:p>
          <a:endParaRPr lang="ru-RU"/>
        </a:p>
      </dgm:t>
    </dgm:pt>
    <dgm:pt modelId="{F0504EF9-DA92-4277-91AE-9182455ACE84}" type="parTrans" cxnId="{0A40EC28-38F9-4ECD-A6F5-4394DCE17D04}">
      <dgm:prSet/>
      <dgm:spPr/>
      <dgm:t>
        <a:bodyPr/>
        <a:lstStyle/>
        <a:p>
          <a:endParaRPr lang="ru-RU"/>
        </a:p>
      </dgm:t>
    </dgm:pt>
    <dgm:pt modelId="{5FE7C119-2239-4BFF-A714-FA309B5B4F4F}">
      <dgm:prSet phldrT="[Текст]" custT="1"/>
      <dgm:spPr/>
      <dgm:t>
        <a:bodyPr/>
        <a:lstStyle/>
        <a:p>
          <a:r>
            <a:rPr lang="ru-RU" sz="1800" dirty="0" smtClean="0"/>
            <a:t>дополнительно рассмотреть настройку интернет магазина </a:t>
          </a:r>
          <a:r>
            <a:rPr lang="en-US" sz="1800" dirty="0" err="1" smtClean="0"/>
            <a:t>Wordpress</a:t>
          </a:r>
          <a:endParaRPr lang="ru-RU" sz="1800" dirty="0"/>
        </a:p>
      </dgm:t>
    </dgm:pt>
    <dgm:pt modelId="{F01D26DF-638B-43F7-B788-C952A2FCE1B2}" type="parTrans" cxnId="{C408A5AB-8D00-4C6F-B53C-A0CA28FA3770}">
      <dgm:prSet/>
      <dgm:spPr/>
      <dgm:t>
        <a:bodyPr/>
        <a:lstStyle/>
        <a:p>
          <a:endParaRPr lang="ru-RU"/>
        </a:p>
      </dgm:t>
    </dgm:pt>
    <dgm:pt modelId="{B0930BF2-5E23-4006-83A0-E30E471A421F}" type="sibTrans" cxnId="{C408A5AB-8D00-4C6F-B53C-A0CA28FA3770}">
      <dgm:prSet/>
      <dgm:spPr/>
      <dgm:t>
        <a:bodyPr/>
        <a:lstStyle/>
        <a:p>
          <a:endParaRPr lang="ru-RU"/>
        </a:p>
      </dgm:t>
    </dgm:pt>
    <dgm:pt modelId="{C3CA49AA-B11E-4874-AC2A-D66426B3F25D}">
      <dgm:prSet phldrT="[Текст]" custT="1"/>
      <dgm:spPr/>
      <dgm:t>
        <a:bodyPr/>
        <a:lstStyle/>
        <a:p>
          <a:r>
            <a:rPr lang="ru-RU" sz="1800" dirty="0" smtClean="0"/>
            <a:t>Изучение службы каталогов </a:t>
          </a:r>
          <a:r>
            <a:rPr lang="en-US" sz="1800" dirty="0" smtClean="0"/>
            <a:t>Active Directory</a:t>
          </a:r>
          <a:endParaRPr lang="ru-RU" sz="1800" dirty="0"/>
        </a:p>
      </dgm:t>
    </dgm:pt>
    <dgm:pt modelId="{64C2C5C1-BD6D-48E2-AD61-A3E7A4900137}" type="sibTrans" cxnId="{95267CC7-75ED-4A1C-9981-218B2752746D}">
      <dgm:prSet/>
      <dgm:spPr/>
      <dgm:t>
        <a:bodyPr/>
        <a:lstStyle/>
        <a:p>
          <a:endParaRPr lang="ru-RU"/>
        </a:p>
      </dgm:t>
    </dgm:pt>
    <dgm:pt modelId="{A70D8D30-092E-49B5-9A08-6D566EF04CD1}" type="parTrans" cxnId="{95267CC7-75ED-4A1C-9981-218B2752746D}">
      <dgm:prSet/>
      <dgm:spPr/>
      <dgm:t>
        <a:bodyPr/>
        <a:lstStyle/>
        <a:p>
          <a:endParaRPr lang="ru-RU"/>
        </a:p>
      </dgm:t>
    </dgm:pt>
    <dgm:pt modelId="{C93C4E6A-E91E-44EB-90F8-BF3CEF30A538}" type="pres">
      <dgm:prSet presAssocID="{2FCF7E3A-BCE0-4003-AE5A-BD7B3871B73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8D4A868-9754-4903-B92F-A1B0C92484BD}" type="pres">
      <dgm:prSet presAssocID="{1BB5D2D3-E11A-40AB-BF8A-AC0112472FDA}" presName="composite" presStyleCnt="0"/>
      <dgm:spPr/>
    </dgm:pt>
    <dgm:pt modelId="{9F7EFC81-88DC-4054-B891-BFF563E11994}" type="pres">
      <dgm:prSet presAssocID="{1BB5D2D3-E11A-40AB-BF8A-AC0112472FDA}" presName="parentText" presStyleLbl="alignNode1" presStyleIdx="0" presStyleCnt="2" custLinFactNeighborX="1061" custLinFactNeighborY="-14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5EA5E1-5EA7-4002-81F9-EFE0C10D413B}" type="pres">
      <dgm:prSet presAssocID="{1BB5D2D3-E11A-40AB-BF8A-AC0112472FDA}" presName="descendantText" presStyleLbl="alignAcc1" presStyleIdx="0" presStyleCnt="2" custLinFactNeighborX="438" custLinFactNeighborY="-22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F67364-ECA9-4B2C-8154-D825947E4A08}" type="pres">
      <dgm:prSet presAssocID="{BB9CB902-E0C3-4DDC-A1C4-220FCA9EE6D5}" presName="sp" presStyleCnt="0"/>
      <dgm:spPr/>
    </dgm:pt>
    <dgm:pt modelId="{75527DEE-4A96-41D8-A623-96937E4BE893}" type="pres">
      <dgm:prSet presAssocID="{E600B337-D128-4BE0-8452-F83722E9B51C}" presName="composite" presStyleCnt="0"/>
      <dgm:spPr/>
    </dgm:pt>
    <dgm:pt modelId="{76713C0F-A75F-4FD9-84D1-526FE1AA06E3}" type="pres">
      <dgm:prSet presAssocID="{E600B337-D128-4BE0-8452-F83722E9B51C}" presName="parentText" presStyleLbl="alignNode1" presStyleIdx="1" presStyleCnt="2" custScaleY="12312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374047-5ECB-4959-BAAD-A4A083AA0572}" type="pres">
      <dgm:prSet presAssocID="{E600B337-D128-4BE0-8452-F83722E9B51C}" presName="descendantText" presStyleLbl="alignAcc1" presStyleIdx="1" presStyleCnt="2" custScaleY="13016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5267CC7-75ED-4A1C-9981-218B2752746D}" srcId="{1BB5D2D3-E11A-40AB-BF8A-AC0112472FDA}" destId="{C3CA49AA-B11E-4874-AC2A-D66426B3F25D}" srcOrd="0" destOrd="0" parTransId="{A70D8D30-092E-49B5-9A08-6D566EF04CD1}" sibTransId="{64C2C5C1-BD6D-48E2-AD61-A3E7A4900137}"/>
    <dgm:cxn modelId="{710919FF-909B-48C7-9C93-44CD32F002D3}" srcId="{2FCF7E3A-BCE0-4003-AE5A-BD7B3871B73E}" destId="{1BB5D2D3-E11A-40AB-BF8A-AC0112472FDA}" srcOrd="0" destOrd="0" parTransId="{7DC40010-4D2B-4832-A38F-F9EE557A9769}" sibTransId="{BB9CB902-E0C3-4DDC-A1C4-220FCA9EE6D5}"/>
    <dgm:cxn modelId="{6C53271B-1D6B-4D7F-948B-60D2149F5223}" srcId="{E600B337-D128-4BE0-8452-F83722E9B51C}" destId="{7B5044BF-7787-49B5-BAE3-EF333DA71899}" srcOrd="1" destOrd="0" parTransId="{8B0AFC8C-2362-4BBA-8EFB-1B633F715F89}" sibTransId="{EBB50789-F67F-4223-9303-30FDC190071A}"/>
    <dgm:cxn modelId="{2915B8C0-C8A2-4797-9068-AFD7FC2AAFF4}" type="presOf" srcId="{CDEBB7F9-C924-4584-B26D-8E85E5C47BDB}" destId="{09374047-5ECB-4959-BAAD-A4A083AA0572}" srcOrd="0" destOrd="0" presId="urn:microsoft.com/office/officeart/2005/8/layout/chevron2"/>
    <dgm:cxn modelId="{2FD90928-7783-45BE-ACCF-41BA10A3A698}" type="presOf" srcId="{C3CA49AA-B11E-4874-AC2A-D66426B3F25D}" destId="{275EA5E1-5EA7-4002-81F9-EFE0C10D413B}" srcOrd="0" destOrd="0" presId="urn:microsoft.com/office/officeart/2005/8/layout/chevron2"/>
    <dgm:cxn modelId="{3852231F-ADCB-4180-BC6F-CC2D1A1060C4}" type="presOf" srcId="{E600B337-D128-4BE0-8452-F83722E9B51C}" destId="{76713C0F-A75F-4FD9-84D1-526FE1AA06E3}" srcOrd="0" destOrd="0" presId="urn:microsoft.com/office/officeart/2005/8/layout/chevron2"/>
    <dgm:cxn modelId="{4B8B28FF-1EE3-4468-B9CD-473F4134BB25}" type="presOf" srcId="{5FE7C119-2239-4BFF-A714-FA309B5B4F4F}" destId="{09374047-5ECB-4959-BAAD-A4A083AA0572}" srcOrd="0" destOrd="2" presId="urn:microsoft.com/office/officeart/2005/8/layout/chevron2"/>
    <dgm:cxn modelId="{C408A5AB-8D00-4C6F-B53C-A0CA28FA3770}" srcId="{E600B337-D128-4BE0-8452-F83722E9B51C}" destId="{5FE7C119-2239-4BFF-A714-FA309B5B4F4F}" srcOrd="2" destOrd="0" parTransId="{F01D26DF-638B-43F7-B788-C952A2FCE1B2}" sibTransId="{B0930BF2-5E23-4006-83A0-E30E471A421F}"/>
    <dgm:cxn modelId="{99525EA0-962F-4481-8E18-92B1EFA80D26}" type="presOf" srcId="{1BB5D2D3-E11A-40AB-BF8A-AC0112472FDA}" destId="{9F7EFC81-88DC-4054-B891-BFF563E11994}" srcOrd="0" destOrd="0" presId="urn:microsoft.com/office/officeart/2005/8/layout/chevron2"/>
    <dgm:cxn modelId="{627BEF3E-E7AB-4093-8452-4C6CFDA28B95}" type="presOf" srcId="{2FCF7E3A-BCE0-4003-AE5A-BD7B3871B73E}" destId="{C93C4E6A-E91E-44EB-90F8-BF3CEF30A538}" srcOrd="0" destOrd="0" presId="urn:microsoft.com/office/officeart/2005/8/layout/chevron2"/>
    <dgm:cxn modelId="{0A40EC28-38F9-4ECD-A6F5-4394DCE17D04}" srcId="{E600B337-D128-4BE0-8452-F83722E9B51C}" destId="{CDEBB7F9-C924-4584-B26D-8E85E5C47BDB}" srcOrd="0" destOrd="0" parTransId="{F0504EF9-DA92-4277-91AE-9182455ACE84}" sibTransId="{8F152870-D60C-45CC-A874-CB4D1017F753}"/>
    <dgm:cxn modelId="{2E570848-AC59-4B0C-95FB-0DD8CB1F455E}" srcId="{2FCF7E3A-BCE0-4003-AE5A-BD7B3871B73E}" destId="{E600B337-D128-4BE0-8452-F83722E9B51C}" srcOrd="1" destOrd="0" parTransId="{6B75D3B8-38E9-483F-818D-C1473D75ABFD}" sibTransId="{5216573F-258F-4E02-92B4-8C3E786E9375}"/>
    <dgm:cxn modelId="{8C19CB8C-C123-4EBE-83C5-05EBFC8ECEB7}" type="presOf" srcId="{7B5044BF-7787-49B5-BAE3-EF333DA71899}" destId="{09374047-5ECB-4959-BAAD-A4A083AA0572}" srcOrd="0" destOrd="1" presId="urn:microsoft.com/office/officeart/2005/8/layout/chevron2"/>
    <dgm:cxn modelId="{B2163096-1049-4E4C-ADF4-784B803B2F0A}" type="presParOf" srcId="{C93C4E6A-E91E-44EB-90F8-BF3CEF30A538}" destId="{38D4A868-9754-4903-B92F-A1B0C92484BD}" srcOrd="0" destOrd="0" presId="urn:microsoft.com/office/officeart/2005/8/layout/chevron2"/>
    <dgm:cxn modelId="{82807E8C-4DD0-4A40-8E2B-AA204C8264DE}" type="presParOf" srcId="{38D4A868-9754-4903-B92F-A1B0C92484BD}" destId="{9F7EFC81-88DC-4054-B891-BFF563E11994}" srcOrd="0" destOrd="0" presId="urn:microsoft.com/office/officeart/2005/8/layout/chevron2"/>
    <dgm:cxn modelId="{4E6AEAC7-C346-45CA-BE8F-40CB9F36385F}" type="presParOf" srcId="{38D4A868-9754-4903-B92F-A1B0C92484BD}" destId="{275EA5E1-5EA7-4002-81F9-EFE0C10D413B}" srcOrd="1" destOrd="0" presId="urn:microsoft.com/office/officeart/2005/8/layout/chevron2"/>
    <dgm:cxn modelId="{172B6817-3AE4-4489-8EE6-D6D1E26433E1}" type="presParOf" srcId="{C93C4E6A-E91E-44EB-90F8-BF3CEF30A538}" destId="{B1F67364-ECA9-4B2C-8154-D825947E4A08}" srcOrd="1" destOrd="0" presId="urn:microsoft.com/office/officeart/2005/8/layout/chevron2"/>
    <dgm:cxn modelId="{7DB91D64-EFBE-415E-8A52-B67E6BB12644}" type="presParOf" srcId="{C93C4E6A-E91E-44EB-90F8-BF3CEF30A538}" destId="{75527DEE-4A96-41D8-A623-96937E4BE893}" srcOrd="2" destOrd="0" presId="urn:microsoft.com/office/officeart/2005/8/layout/chevron2"/>
    <dgm:cxn modelId="{7BC72095-C06C-4C13-B89E-4E145A6339EC}" type="presParOf" srcId="{75527DEE-4A96-41D8-A623-96937E4BE893}" destId="{76713C0F-A75F-4FD9-84D1-526FE1AA06E3}" srcOrd="0" destOrd="0" presId="urn:microsoft.com/office/officeart/2005/8/layout/chevron2"/>
    <dgm:cxn modelId="{1D764E56-20BF-47DC-BD01-D33370072462}" type="presParOf" srcId="{75527DEE-4A96-41D8-A623-96937E4BE893}" destId="{09374047-5ECB-4959-BAAD-A4A083AA057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9D797C-AB3D-4649-9BA3-0F213CE4F8D4}" type="doc">
      <dgm:prSet loTypeId="urn:microsoft.com/office/officeart/2005/8/layout/venn2" loCatId="relationship" qsTypeId="urn:microsoft.com/office/officeart/2005/8/quickstyle/simple2" qsCatId="simple" csTypeId="urn:microsoft.com/office/officeart/2005/8/colors/accent2_3" csCatId="accent2" phldr="1"/>
      <dgm:spPr/>
      <dgm:t>
        <a:bodyPr/>
        <a:lstStyle/>
        <a:p>
          <a:endParaRPr lang="ru-RU"/>
        </a:p>
      </dgm:t>
    </dgm:pt>
    <dgm:pt modelId="{AF6D7CBF-171E-48DB-9278-3A68BC51E384}">
      <dgm:prSet phldrT="[Текст]" custT="1"/>
      <dgm:spPr/>
      <dgm:t>
        <a:bodyPr/>
        <a:lstStyle/>
        <a:p>
          <a:r>
            <a:rPr lang="en-US" sz="1600" b="1" dirty="0" smtClean="0"/>
            <a:t>Active Directory</a:t>
          </a:r>
          <a:endParaRPr lang="ru-RU" sz="1600" b="1" dirty="0"/>
        </a:p>
      </dgm:t>
    </dgm:pt>
    <dgm:pt modelId="{9ADC6D87-D160-404B-8246-103D6023C2C5}" type="parTrans" cxnId="{64F93236-0542-4F94-8B53-47F081B1E925}">
      <dgm:prSet/>
      <dgm:spPr/>
      <dgm:t>
        <a:bodyPr/>
        <a:lstStyle/>
        <a:p>
          <a:endParaRPr lang="ru-RU"/>
        </a:p>
      </dgm:t>
    </dgm:pt>
    <dgm:pt modelId="{4FD5B7D3-C3BA-4C7C-BE6E-2ABA00F6541F}" type="sibTrans" cxnId="{64F93236-0542-4F94-8B53-47F081B1E925}">
      <dgm:prSet/>
      <dgm:spPr/>
      <dgm:t>
        <a:bodyPr/>
        <a:lstStyle/>
        <a:p>
          <a:endParaRPr lang="ru-RU"/>
        </a:p>
      </dgm:t>
    </dgm:pt>
    <dgm:pt modelId="{CB751655-3B37-4247-9997-FD6E44C4079E}">
      <dgm:prSet phldrT="[Текст]"/>
      <dgm:spPr/>
      <dgm:t>
        <a:bodyPr/>
        <a:lstStyle/>
        <a:p>
          <a:r>
            <a:rPr lang="ru-RU" b="1" dirty="0" smtClean="0"/>
            <a:t>Леса</a:t>
          </a:r>
          <a:endParaRPr lang="ru-RU" b="1" dirty="0"/>
        </a:p>
      </dgm:t>
    </dgm:pt>
    <dgm:pt modelId="{0E784087-D527-4066-9F47-58541339DC61}" type="parTrans" cxnId="{2C2F9DA6-DC6F-4738-8C50-8A7BFBBA4CCD}">
      <dgm:prSet/>
      <dgm:spPr/>
      <dgm:t>
        <a:bodyPr/>
        <a:lstStyle/>
        <a:p>
          <a:endParaRPr lang="ru-RU"/>
        </a:p>
      </dgm:t>
    </dgm:pt>
    <dgm:pt modelId="{644A3387-7DBB-4C1E-891F-8B57E0A15B38}" type="sibTrans" cxnId="{2C2F9DA6-DC6F-4738-8C50-8A7BFBBA4CCD}">
      <dgm:prSet/>
      <dgm:spPr/>
      <dgm:t>
        <a:bodyPr/>
        <a:lstStyle/>
        <a:p>
          <a:endParaRPr lang="ru-RU"/>
        </a:p>
      </dgm:t>
    </dgm:pt>
    <dgm:pt modelId="{3CB3D767-055D-4AF8-9FBC-F6D216FD0D47}">
      <dgm:prSet phldrT="[Текст]"/>
      <dgm:spPr/>
      <dgm:t>
        <a:bodyPr/>
        <a:lstStyle/>
        <a:p>
          <a:r>
            <a:rPr lang="ru-RU" b="1" dirty="0" smtClean="0"/>
            <a:t>Деревья</a:t>
          </a:r>
          <a:endParaRPr lang="ru-RU" b="1" dirty="0"/>
        </a:p>
      </dgm:t>
    </dgm:pt>
    <dgm:pt modelId="{F9D512E2-5BC6-41F2-8D2F-E3D69AA83A71}" type="parTrans" cxnId="{13796020-EF1F-4C92-B7F5-AC7698340100}">
      <dgm:prSet/>
      <dgm:spPr/>
      <dgm:t>
        <a:bodyPr/>
        <a:lstStyle/>
        <a:p>
          <a:endParaRPr lang="ru-RU"/>
        </a:p>
      </dgm:t>
    </dgm:pt>
    <dgm:pt modelId="{AB223ECE-BFD1-447C-AB18-AA65FC5EC513}" type="sibTrans" cxnId="{13796020-EF1F-4C92-B7F5-AC7698340100}">
      <dgm:prSet/>
      <dgm:spPr/>
      <dgm:t>
        <a:bodyPr/>
        <a:lstStyle/>
        <a:p>
          <a:endParaRPr lang="ru-RU"/>
        </a:p>
      </dgm:t>
    </dgm:pt>
    <dgm:pt modelId="{C18CEAC5-14D6-4077-9B77-406F7C355115}">
      <dgm:prSet phldrT="[Текст]"/>
      <dgm:spPr/>
      <dgm:t>
        <a:bodyPr/>
        <a:lstStyle/>
        <a:p>
          <a:r>
            <a:rPr lang="ru-RU" b="1" dirty="0" smtClean="0"/>
            <a:t>Домены</a:t>
          </a:r>
          <a:endParaRPr lang="ru-RU" b="1" dirty="0"/>
        </a:p>
      </dgm:t>
    </dgm:pt>
    <dgm:pt modelId="{49F70D13-8986-45A5-9DCC-D075F914243E}" type="parTrans" cxnId="{5FC33DCE-1803-4817-88B6-BB0627871F72}">
      <dgm:prSet/>
      <dgm:spPr/>
      <dgm:t>
        <a:bodyPr/>
        <a:lstStyle/>
        <a:p>
          <a:endParaRPr lang="ru-RU"/>
        </a:p>
      </dgm:t>
    </dgm:pt>
    <dgm:pt modelId="{7332517D-CC4E-4382-889A-6E50B51D7B2E}" type="sibTrans" cxnId="{5FC33DCE-1803-4817-88B6-BB0627871F72}">
      <dgm:prSet/>
      <dgm:spPr/>
      <dgm:t>
        <a:bodyPr/>
        <a:lstStyle/>
        <a:p>
          <a:endParaRPr lang="ru-RU"/>
        </a:p>
      </dgm:t>
    </dgm:pt>
    <dgm:pt modelId="{85AA31E8-BF71-4A68-BE0F-774FB20619DB}" type="pres">
      <dgm:prSet presAssocID="{CE9D797C-AB3D-4649-9BA3-0F213CE4F8D4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6CBE65-DB25-48A4-A89B-B7339386508B}" type="pres">
      <dgm:prSet presAssocID="{CE9D797C-AB3D-4649-9BA3-0F213CE4F8D4}" presName="comp1" presStyleCnt="0"/>
      <dgm:spPr/>
    </dgm:pt>
    <dgm:pt modelId="{CC5946A2-0FBB-4EA7-96FB-87285B4B574A}" type="pres">
      <dgm:prSet presAssocID="{CE9D797C-AB3D-4649-9BA3-0F213CE4F8D4}" presName="circle1" presStyleLbl="node1" presStyleIdx="0" presStyleCnt="4"/>
      <dgm:spPr/>
      <dgm:t>
        <a:bodyPr/>
        <a:lstStyle/>
        <a:p>
          <a:endParaRPr lang="ru-RU"/>
        </a:p>
      </dgm:t>
    </dgm:pt>
    <dgm:pt modelId="{16C983C4-E06A-4C1F-BD04-368FDA883A4D}" type="pres">
      <dgm:prSet presAssocID="{CE9D797C-AB3D-4649-9BA3-0F213CE4F8D4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B21EC6-B28A-478D-BD1D-7E5EF5173BA2}" type="pres">
      <dgm:prSet presAssocID="{CE9D797C-AB3D-4649-9BA3-0F213CE4F8D4}" presName="comp2" presStyleCnt="0"/>
      <dgm:spPr/>
    </dgm:pt>
    <dgm:pt modelId="{63D0B32A-DA82-4BA2-A3DA-3D39CE17ADD3}" type="pres">
      <dgm:prSet presAssocID="{CE9D797C-AB3D-4649-9BA3-0F213CE4F8D4}" presName="circle2" presStyleLbl="node1" presStyleIdx="1" presStyleCnt="4"/>
      <dgm:spPr/>
      <dgm:t>
        <a:bodyPr/>
        <a:lstStyle/>
        <a:p>
          <a:endParaRPr lang="ru-RU"/>
        </a:p>
      </dgm:t>
    </dgm:pt>
    <dgm:pt modelId="{A44D63DC-B96E-48DD-BA7D-425C763D1291}" type="pres">
      <dgm:prSet presAssocID="{CE9D797C-AB3D-4649-9BA3-0F213CE4F8D4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31648A-2C3F-4F1B-9BA5-9322FF7E99C6}" type="pres">
      <dgm:prSet presAssocID="{CE9D797C-AB3D-4649-9BA3-0F213CE4F8D4}" presName="comp3" presStyleCnt="0"/>
      <dgm:spPr/>
    </dgm:pt>
    <dgm:pt modelId="{B3E562EA-D820-4A91-A1E7-EFF2597C91CE}" type="pres">
      <dgm:prSet presAssocID="{CE9D797C-AB3D-4649-9BA3-0F213CE4F8D4}" presName="circle3" presStyleLbl="node1" presStyleIdx="2" presStyleCnt="4"/>
      <dgm:spPr/>
      <dgm:t>
        <a:bodyPr/>
        <a:lstStyle/>
        <a:p>
          <a:endParaRPr lang="ru-RU"/>
        </a:p>
      </dgm:t>
    </dgm:pt>
    <dgm:pt modelId="{4A1F52A0-F16F-4FDD-A3E2-F4494A9D667B}" type="pres">
      <dgm:prSet presAssocID="{CE9D797C-AB3D-4649-9BA3-0F213CE4F8D4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136B04-305F-4FCD-B555-33F39A8DBAEA}" type="pres">
      <dgm:prSet presAssocID="{CE9D797C-AB3D-4649-9BA3-0F213CE4F8D4}" presName="comp4" presStyleCnt="0"/>
      <dgm:spPr/>
    </dgm:pt>
    <dgm:pt modelId="{A87AE1B9-58FA-4C59-B5B8-D6D99FBBF05B}" type="pres">
      <dgm:prSet presAssocID="{CE9D797C-AB3D-4649-9BA3-0F213CE4F8D4}" presName="circle4" presStyleLbl="node1" presStyleIdx="3" presStyleCnt="4"/>
      <dgm:spPr/>
      <dgm:t>
        <a:bodyPr/>
        <a:lstStyle/>
        <a:p>
          <a:endParaRPr lang="ru-RU"/>
        </a:p>
      </dgm:t>
    </dgm:pt>
    <dgm:pt modelId="{46399275-D9A2-40C7-806D-B3E963164AB4}" type="pres">
      <dgm:prSet presAssocID="{CE9D797C-AB3D-4649-9BA3-0F213CE4F8D4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DDADC4-176E-4DA6-A104-90DA6CB4E236}" type="presOf" srcId="{C18CEAC5-14D6-4077-9B77-406F7C355115}" destId="{46399275-D9A2-40C7-806D-B3E963164AB4}" srcOrd="1" destOrd="0" presId="urn:microsoft.com/office/officeart/2005/8/layout/venn2"/>
    <dgm:cxn modelId="{00354FB5-B86E-4E83-B62B-0A92A41A8C80}" type="presOf" srcId="{AF6D7CBF-171E-48DB-9278-3A68BC51E384}" destId="{CC5946A2-0FBB-4EA7-96FB-87285B4B574A}" srcOrd="0" destOrd="0" presId="urn:microsoft.com/office/officeart/2005/8/layout/venn2"/>
    <dgm:cxn modelId="{2C2F9DA6-DC6F-4738-8C50-8A7BFBBA4CCD}" srcId="{CE9D797C-AB3D-4649-9BA3-0F213CE4F8D4}" destId="{CB751655-3B37-4247-9997-FD6E44C4079E}" srcOrd="1" destOrd="0" parTransId="{0E784087-D527-4066-9F47-58541339DC61}" sibTransId="{644A3387-7DBB-4C1E-891F-8B57E0A15B38}"/>
    <dgm:cxn modelId="{EC6B5C10-6C30-4E93-A4BC-4BF9BA369E04}" type="presOf" srcId="{3CB3D767-055D-4AF8-9FBC-F6D216FD0D47}" destId="{B3E562EA-D820-4A91-A1E7-EFF2597C91CE}" srcOrd="0" destOrd="0" presId="urn:microsoft.com/office/officeart/2005/8/layout/venn2"/>
    <dgm:cxn modelId="{1E1BDBFE-5FF0-4D29-AAD2-23B09C9D57C2}" type="presOf" srcId="{CB751655-3B37-4247-9997-FD6E44C4079E}" destId="{A44D63DC-B96E-48DD-BA7D-425C763D1291}" srcOrd="1" destOrd="0" presId="urn:microsoft.com/office/officeart/2005/8/layout/venn2"/>
    <dgm:cxn modelId="{F1E237DE-03EF-4F30-B221-51444FE1A36E}" type="presOf" srcId="{AF6D7CBF-171E-48DB-9278-3A68BC51E384}" destId="{16C983C4-E06A-4C1F-BD04-368FDA883A4D}" srcOrd="1" destOrd="0" presId="urn:microsoft.com/office/officeart/2005/8/layout/venn2"/>
    <dgm:cxn modelId="{15600586-B394-4FA5-BE70-9B699399AFAF}" type="presOf" srcId="{3CB3D767-055D-4AF8-9FBC-F6D216FD0D47}" destId="{4A1F52A0-F16F-4FDD-A3E2-F4494A9D667B}" srcOrd="1" destOrd="0" presId="urn:microsoft.com/office/officeart/2005/8/layout/venn2"/>
    <dgm:cxn modelId="{9E1A413B-5D82-4CCE-BEE2-31F251C5ED37}" type="presOf" srcId="{CE9D797C-AB3D-4649-9BA3-0F213CE4F8D4}" destId="{85AA31E8-BF71-4A68-BE0F-774FB20619DB}" srcOrd="0" destOrd="0" presId="urn:microsoft.com/office/officeart/2005/8/layout/venn2"/>
    <dgm:cxn modelId="{64F93236-0542-4F94-8B53-47F081B1E925}" srcId="{CE9D797C-AB3D-4649-9BA3-0F213CE4F8D4}" destId="{AF6D7CBF-171E-48DB-9278-3A68BC51E384}" srcOrd="0" destOrd="0" parTransId="{9ADC6D87-D160-404B-8246-103D6023C2C5}" sibTransId="{4FD5B7D3-C3BA-4C7C-BE6E-2ABA00F6541F}"/>
    <dgm:cxn modelId="{54AE96FB-BB92-4ADA-8A29-F800FFE2867C}" type="presOf" srcId="{CB751655-3B37-4247-9997-FD6E44C4079E}" destId="{63D0B32A-DA82-4BA2-A3DA-3D39CE17ADD3}" srcOrd="0" destOrd="0" presId="urn:microsoft.com/office/officeart/2005/8/layout/venn2"/>
    <dgm:cxn modelId="{5FC33DCE-1803-4817-88B6-BB0627871F72}" srcId="{CE9D797C-AB3D-4649-9BA3-0F213CE4F8D4}" destId="{C18CEAC5-14D6-4077-9B77-406F7C355115}" srcOrd="3" destOrd="0" parTransId="{49F70D13-8986-45A5-9DCC-D075F914243E}" sibTransId="{7332517D-CC4E-4382-889A-6E50B51D7B2E}"/>
    <dgm:cxn modelId="{13796020-EF1F-4C92-B7F5-AC7698340100}" srcId="{CE9D797C-AB3D-4649-9BA3-0F213CE4F8D4}" destId="{3CB3D767-055D-4AF8-9FBC-F6D216FD0D47}" srcOrd="2" destOrd="0" parTransId="{F9D512E2-5BC6-41F2-8D2F-E3D69AA83A71}" sibTransId="{AB223ECE-BFD1-447C-AB18-AA65FC5EC513}"/>
    <dgm:cxn modelId="{FDE0DFEC-B0BF-4E8E-A3B4-97F6607556BC}" type="presOf" srcId="{C18CEAC5-14D6-4077-9B77-406F7C355115}" destId="{A87AE1B9-58FA-4C59-B5B8-D6D99FBBF05B}" srcOrd="0" destOrd="0" presId="urn:microsoft.com/office/officeart/2005/8/layout/venn2"/>
    <dgm:cxn modelId="{12FC0482-5436-49AA-A860-F41E06726633}" type="presParOf" srcId="{85AA31E8-BF71-4A68-BE0F-774FB20619DB}" destId="{596CBE65-DB25-48A4-A89B-B7339386508B}" srcOrd="0" destOrd="0" presId="urn:microsoft.com/office/officeart/2005/8/layout/venn2"/>
    <dgm:cxn modelId="{B4F29562-C3E4-4FD6-8DD3-EC29CA5832D4}" type="presParOf" srcId="{596CBE65-DB25-48A4-A89B-B7339386508B}" destId="{CC5946A2-0FBB-4EA7-96FB-87285B4B574A}" srcOrd="0" destOrd="0" presId="urn:microsoft.com/office/officeart/2005/8/layout/venn2"/>
    <dgm:cxn modelId="{5AF814D4-F21A-4A86-8648-5A649D538020}" type="presParOf" srcId="{596CBE65-DB25-48A4-A89B-B7339386508B}" destId="{16C983C4-E06A-4C1F-BD04-368FDA883A4D}" srcOrd="1" destOrd="0" presId="urn:microsoft.com/office/officeart/2005/8/layout/venn2"/>
    <dgm:cxn modelId="{D5233416-31C8-4A19-8E28-35FBE5172E01}" type="presParOf" srcId="{85AA31E8-BF71-4A68-BE0F-774FB20619DB}" destId="{05B21EC6-B28A-478D-BD1D-7E5EF5173BA2}" srcOrd="1" destOrd="0" presId="urn:microsoft.com/office/officeart/2005/8/layout/venn2"/>
    <dgm:cxn modelId="{D95A60CA-6A65-45E2-A4BE-2D4B70EEF041}" type="presParOf" srcId="{05B21EC6-B28A-478D-BD1D-7E5EF5173BA2}" destId="{63D0B32A-DA82-4BA2-A3DA-3D39CE17ADD3}" srcOrd="0" destOrd="0" presId="urn:microsoft.com/office/officeart/2005/8/layout/venn2"/>
    <dgm:cxn modelId="{BEFF143E-BC26-4397-A6AB-E8A510ECADB8}" type="presParOf" srcId="{05B21EC6-B28A-478D-BD1D-7E5EF5173BA2}" destId="{A44D63DC-B96E-48DD-BA7D-425C763D1291}" srcOrd="1" destOrd="0" presId="urn:microsoft.com/office/officeart/2005/8/layout/venn2"/>
    <dgm:cxn modelId="{2856ECCD-1B67-48A3-B916-66EE7FF4ED58}" type="presParOf" srcId="{85AA31E8-BF71-4A68-BE0F-774FB20619DB}" destId="{7531648A-2C3F-4F1B-9BA5-9322FF7E99C6}" srcOrd="2" destOrd="0" presId="urn:microsoft.com/office/officeart/2005/8/layout/venn2"/>
    <dgm:cxn modelId="{D4DFC7BD-0265-462E-BBE2-0C807A8365F6}" type="presParOf" srcId="{7531648A-2C3F-4F1B-9BA5-9322FF7E99C6}" destId="{B3E562EA-D820-4A91-A1E7-EFF2597C91CE}" srcOrd="0" destOrd="0" presId="urn:microsoft.com/office/officeart/2005/8/layout/venn2"/>
    <dgm:cxn modelId="{77F9368F-6B43-4F21-AF62-3378CDC84B9E}" type="presParOf" srcId="{7531648A-2C3F-4F1B-9BA5-9322FF7E99C6}" destId="{4A1F52A0-F16F-4FDD-A3E2-F4494A9D667B}" srcOrd="1" destOrd="0" presId="urn:microsoft.com/office/officeart/2005/8/layout/venn2"/>
    <dgm:cxn modelId="{F91EC078-46E4-4E6E-B17B-887A0936B65F}" type="presParOf" srcId="{85AA31E8-BF71-4A68-BE0F-774FB20619DB}" destId="{30136B04-305F-4FCD-B555-33F39A8DBAEA}" srcOrd="3" destOrd="0" presId="urn:microsoft.com/office/officeart/2005/8/layout/venn2"/>
    <dgm:cxn modelId="{888C06F1-DB80-4E94-B3E3-0EF9077C739E}" type="presParOf" srcId="{30136B04-305F-4FCD-B555-33F39A8DBAEA}" destId="{A87AE1B9-58FA-4C59-B5B8-D6D99FBBF05B}" srcOrd="0" destOrd="0" presId="urn:microsoft.com/office/officeart/2005/8/layout/venn2"/>
    <dgm:cxn modelId="{9A55B433-DB89-4D85-B6F7-9984650A4E0E}" type="presParOf" srcId="{30136B04-305F-4FCD-B555-33F39A8DBAEA}" destId="{46399275-D9A2-40C7-806D-B3E963164AB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E76719-F83D-4734-8AE0-93ADADCF1E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83F55CB-2573-4911-9E1C-BF65CCC43F70}">
      <dgm:prSet phldrT="[Текст]" custT="1"/>
      <dgm:spPr/>
      <dgm:t>
        <a:bodyPr/>
        <a:lstStyle/>
        <a:p>
          <a:r>
            <a:rPr lang="en-US" sz="2400" dirty="0" smtClean="0"/>
            <a:t>Active Directory </a:t>
          </a:r>
          <a:r>
            <a:rPr lang="ru-RU" sz="2400" dirty="0" smtClean="0"/>
            <a:t>позволяет:</a:t>
          </a:r>
          <a:endParaRPr lang="ru-RU" sz="2400" dirty="0"/>
        </a:p>
      </dgm:t>
    </dgm:pt>
    <dgm:pt modelId="{202696CC-1A24-413B-B62C-77C31A898CD7}" type="parTrans" cxnId="{B76340DE-3C98-4BEF-8D0E-6C3B788320A4}">
      <dgm:prSet/>
      <dgm:spPr/>
      <dgm:t>
        <a:bodyPr/>
        <a:lstStyle/>
        <a:p>
          <a:endParaRPr lang="ru-RU"/>
        </a:p>
      </dgm:t>
    </dgm:pt>
    <dgm:pt modelId="{B919441D-B30E-4539-98BA-40982C3D3D80}" type="sibTrans" cxnId="{B76340DE-3C98-4BEF-8D0E-6C3B788320A4}">
      <dgm:prSet/>
      <dgm:spPr/>
      <dgm:t>
        <a:bodyPr/>
        <a:lstStyle/>
        <a:p>
          <a:endParaRPr lang="ru-RU"/>
        </a:p>
      </dgm:t>
    </dgm:pt>
    <dgm:pt modelId="{3C3AAD8A-F232-42C9-959C-709DA742F483}">
      <dgm:prSet phldrT="[Текст]" custT="1"/>
      <dgm:spPr/>
      <dgm:t>
        <a:bodyPr/>
        <a:lstStyle/>
        <a:p>
          <a:r>
            <a:rPr lang="ru-RU" sz="1800" dirty="0" smtClean="0"/>
            <a:t>Настроить пользовательскую рабочую среду</a:t>
          </a:r>
          <a:endParaRPr lang="ru-RU" sz="1800" dirty="0"/>
        </a:p>
      </dgm:t>
    </dgm:pt>
    <dgm:pt modelId="{3DAF9B54-1454-49CA-B7DF-3B8BFAF3FF31}" type="parTrans" cxnId="{F2A3A12F-17F1-47BE-BD16-A12B2C477248}">
      <dgm:prSet/>
      <dgm:spPr/>
      <dgm:t>
        <a:bodyPr/>
        <a:lstStyle/>
        <a:p>
          <a:endParaRPr lang="ru-RU"/>
        </a:p>
      </dgm:t>
    </dgm:pt>
    <dgm:pt modelId="{4457FCDB-0803-4A7A-86DB-C0248D2FEA0A}" type="sibTrans" cxnId="{F2A3A12F-17F1-47BE-BD16-A12B2C477248}">
      <dgm:prSet/>
      <dgm:spPr/>
      <dgm:t>
        <a:bodyPr/>
        <a:lstStyle/>
        <a:p>
          <a:endParaRPr lang="ru-RU"/>
        </a:p>
      </dgm:t>
    </dgm:pt>
    <dgm:pt modelId="{9C5424AA-9C08-4AB2-BE2E-81804D794D8C}">
      <dgm:prSet phldrT="[Текст]" custT="1"/>
      <dgm:spPr/>
      <dgm:t>
        <a:bodyPr/>
        <a:lstStyle/>
        <a:p>
          <a:endParaRPr lang="ru-RU" sz="1800" dirty="0"/>
        </a:p>
      </dgm:t>
    </dgm:pt>
    <dgm:pt modelId="{69555205-21BA-435F-A479-4CC7CB299A15}" type="parTrans" cxnId="{4CD36588-94CA-4168-B4CD-71928D4E6348}">
      <dgm:prSet/>
      <dgm:spPr/>
      <dgm:t>
        <a:bodyPr/>
        <a:lstStyle/>
        <a:p>
          <a:endParaRPr lang="ru-RU"/>
        </a:p>
      </dgm:t>
    </dgm:pt>
    <dgm:pt modelId="{D90F18FF-6F31-4BF3-A87F-A4E4AFA421C4}" type="sibTrans" cxnId="{4CD36588-94CA-4168-B4CD-71928D4E6348}">
      <dgm:prSet/>
      <dgm:spPr/>
      <dgm:t>
        <a:bodyPr/>
        <a:lstStyle/>
        <a:p>
          <a:endParaRPr lang="ru-RU"/>
        </a:p>
      </dgm:t>
    </dgm:pt>
    <dgm:pt modelId="{210AFA7F-775B-423A-8AD7-AA378CEB09F9}">
      <dgm:prSet phldrT="[Текст]" custT="1"/>
      <dgm:spPr/>
      <dgm:t>
        <a:bodyPr/>
        <a:lstStyle/>
        <a:p>
          <a:r>
            <a:rPr lang="ru-RU" sz="1800" dirty="0" smtClean="0"/>
            <a:t>Разворачивать ПО на множестве компьютеров через групповые политики</a:t>
          </a:r>
          <a:endParaRPr lang="ru-RU" sz="1800" dirty="0"/>
        </a:p>
      </dgm:t>
    </dgm:pt>
    <dgm:pt modelId="{A43A075E-9265-4507-A0A7-C91A1072F20D}" type="parTrans" cxnId="{A8072662-D8E8-4210-A45F-072AFC26F252}">
      <dgm:prSet/>
      <dgm:spPr/>
      <dgm:t>
        <a:bodyPr/>
        <a:lstStyle/>
        <a:p>
          <a:endParaRPr lang="ru-RU"/>
        </a:p>
      </dgm:t>
    </dgm:pt>
    <dgm:pt modelId="{4EE8EBEA-2ADE-4DDA-870C-E550A72324B1}" type="sibTrans" cxnId="{A8072662-D8E8-4210-A45F-072AFC26F252}">
      <dgm:prSet/>
      <dgm:spPr/>
      <dgm:t>
        <a:bodyPr/>
        <a:lstStyle/>
        <a:p>
          <a:endParaRPr lang="ru-RU"/>
        </a:p>
      </dgm:t>
    </dgm:pt>
    <dgm:pt modelId="{5C4C5B59-86A1-4B91-84E3-1BFF199ED663}">
      <dgm:prSet phldrT="[Текст]" custT="1"/>
      <dgm:spPr/>
      <dgm:t>
        <a:bodyPr/>
        <a:lstStyle/>
        <a:p>
          <a:r>
            <a:rPr lang="ru-RU" sz="1800" dirty="0" smtClean="0"/>
            <a:t>Устанавливать обновления ПО на всех компьютерах в сети</a:t>
          </a:r>
          <a:endParaRPr lang="ru-RU" sz="1800" dirty="0"/>
        </a:p>
      </dgm:t>
    </dgm:pt>
    <dgm:pt modelId="{89EB7BD2-A765-478D-B37A-BB28909D18DB}" type="parTrans" cxnId="{071CBFFC-8A30-488C-95EB-872344497E56}">
      <dgm:prSet/>
      <dgm:spPr/>
      <dgm:t>
        <a:bodyPr/>
        <a:lstStyle/>
        <a:p>
          <a:endParaRPr lang="ru-RU"/>
        </a:p>
      </dgm:t>
    </dgm:pt>
    <dgm:pt modelId="{68E30039-0CE2-46B4-8A5A-17B3B9CB4559}" type="sibTrans" cxnId="{071CBFFC-8A30-488C-95EB-872344497E56}">
      <dgm:prSet/>
      <dgm:spPr/>
      <dgm:t>
        <a:bodyPr/>
        <a:lstStyle/>
        <a:p>
          <a:endParaRPr lang="ru-RU"/>
        </a:p>
      </dgm:t>
    </dgm:pt>
    <dgm:pt modelId="{22318DB1-ED91-480E-BF49-E884A565E771}">
      <dgm:prSet phldrT="[Текст]" custT="1"/>
      <dgm:spPr/>
      <dgm:t>
        <a:bodyPr/>
        <a:lstStyle/>
        <a:p>
          <a:r>
            <a:rPr lang="ru-RU" sz="1800" dirty="0" smtClean="0"/>
            <a:t>Хранить данные и настройки среды в централизованной базе данных</a:t>
          </a:r>
          <a:endParaRPr lang="ru-RU" sz="1800" dirty="0"/>
        </a:p>
      </dgm:t>
    </dgm:pt>
    <dgm:pt modelId="{16E08F2D-5AF3-4EA0-B04C-6B36EE769CFA}" type="parTrans" cxnId="{361DF7C5-19E1-48FC-AF17-E1B9BC16B454}">
      <dgm:prSet/>
      <dgm:spPr/>
      <dgm:t>
        <a:bodyPr/>
        <a:lstStyle/>
        <a:p>
          <a:endParaRPr lang="ru-RU"/>
        </a:p>
      </dgm:t>
    </dgm:pt>
    <dgm:pt modelId="{50094575-C9FB-4B24-A7B4-105FF77E571B}" type="sibTrans" cxnId="{361DF7C5-19E1-48FC-AF17-E1B9BC16B454}">
      <dgm:prSet/>
      <dgm:spPr/>
      <dgm:t>
        <a:bodyPr/>
        <a:lstStyle/>
        <a:p>
          <a:endParaRPr lang="ru-RU"/>
        </a:p>
      </dgm:t>
    </dgm:pt>
    <dgm:pt modelId="{9F5968BA-3DFF-42D3-BD85-9AC09A49B389}" type="pres">
      <dgm:prSet presAssocID="{16E76719-F83D-4734-8AE0-93ADADCF1EF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71CEA49-DF96-4200-B972-A8C9CA041AFC}" type="pres">
      <dgm:prSet presAssocID="{183F55CB-2573-4911-9E1C-BF65CCC43F70}" presName="parentText" presStyleLbl="node1" presStyleIdx="0" presStyleCnt="1" custScaleX="64904" custScaleY="41494" custLinFactY="-6448" custLinFactNeighborX="-16466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491E67-C62B-4D1E-9602-A9A5EFD25D09}" type="pres">
      <dgm:prSet presAssocID="{183F55CB-2573-4911-9E1C-BF65CCC43F70}" presName="childText" presStyleLbl="revTx" presStyleIdx="0" presStyleCnt="1" custScaleX="65384" custScaleY="135072" custLinFactNeighborX="-16226" custLinFactNeighborY="-4116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800330B-4910-4D60-9388-BD3C9AB29D68}" type="presOf" srcId="{5C4C5B59-86A1-4B91-84E3-1BFF199ED663}" destId="{97491E67-C62B-4D1E-9602-A9A5EFD25D09}" srcOrd="0" destOrd="2" presId="urn:microsoft.com/office/officeart/2005/8/layout/vList2"/>
    <dgm:cxn modelId="{B76340DE-3C98-4BEF-8D0E-6C3B788320A4}" srcId="{16E76719-F83D-4734-8AE0-93ADADCF1EFC}" destId="{183F55CB-2573-4911-9E1C-BF65CCC43F70}" srcOrd="0" destOrd="0" parTransId="{202696CC-1A24-413B-B62C-77C31A898CD7}" sibTransId="{B919441D-B30E-4539-98BA-40982C3D3D80}"/>
    <dgm:cxn modelId="{F2A3A12F-17F1-47BE-BD16-A12B2C477248}" srcId="{183F55CB-2573-4911-9E1C-BF65CCC43F70}" destId="{3C3AAD8A-F232-42C9-959C-709DA742F483}" srcOrd="0" destOrd="0" parTransId="{3DAF9B54-1454-49CA-B7DF-3B8BFAF3FF31}" sibTransId="{4457FCDB-0803-4A7A-86DB-C0248D2FEA0A}"/>
    <dgm:cxn modelId="{361DF7C5-19E1-48FC-AF17-E1B9BC16B454}" srcId="{183F55CB-2573-4911-9E1C-BF65CCC43F70}" destId="{22318DB1-ED91-480E-BF49-E884A565E771}" srcOrd="3" destOrd="0" parTransId="{16E08F2D-5AF3-4EA0-B04C-6B36EE769CFA}" sibTransId="{50094575-C9FB-4B24-A7B4-105FF77E571B}"/>
    <dgm:cxn modelId="{5EA74B69-A8E3-429D-B7D0-7D428673D47F}" type="presOf" srcId="{3C3AAD8A-F232-42C9-959C-709DA742F483}" destId="{97491E67-C62B-4D1E-9602-A9A5EFD25D09}" srcOrd="0" destOrd="0" presId="urn:microsoft.com/office/officeart/2005/8/layout/vList2"/>
    <dgm:cxn modelId="{4CD36588-94CA-4168-B4CD-71928D4E6348}" srcId="{183F55CB-2573-4911-9E1C-BF65CCC43F70}" destId="{9C5424AA-9C08-4AB2-BE2E-81804D794D8C}" srcOrd="4" destOrd="0" parTransId="{69555205-21BA-435F-A479-4CC7CB299A15}" sibTransId="{D90F18FF-6F31-4BF3-A87F-A4E4AFA421C4}"/>
    <dgm:cxn modelId="{BA4A48E8-03B0-4377-9C0B-D2CA94B8E8E1}" type="presOf" srcId="{9C5424AA-9C08-4AB2-BE2E-81804D794D8C}" destId="{97491E67-C62B-4D1E-9602-A9A5EFD25D09}" srcOrd="0" destOrd="4" presId="urn:microsoft.com/office/officeart/2005/8/layout/vList2"/>
    <dgm:cxn modelId="{53E6F271-8950-4584-95BE-110229D39A8D}" type="presOf" srcId="{183F55CB-2573-4911-9E1C-BF65CCC43F70}" destId="{571CEA49-DF96-4200-B972-A8C9CA041AFC}" srcOrd="0" destOrd="0" presId="urn:microsoft.com/office/officeart/2005/8/layout/vList2"/>
    <dgm:cxn modelId="{071CBFFC-8A30-488C-95EB-872344497E56}" srcId="{183F55CB-2573-4911-9E1C-BF65CCC43F70}" destId="{5C4C5B59-86A1-4B91-84E3-1BFF199ED663}" srcOrd="2" destOrd="0" parTransId="{89EB7BD2-A765-478D-B37A-BB28909D18DB}" sibTransId="{68E30039-0CE2-46B4-8A5A-17B3B9CB4559}"/>
    <dgm:cxn modelId="{A8072662-D8E8-4210-A45F-072AFC26F252}" srcId="{183F55CB-2573-4911-9E1C-BF65CCC43F70}" destId="{210AFA7F-775B-423A-8AD7-AA378CEB09F9}" srcOrd="1" destOrd="0" parTransId="{A43A075E-9265-4507-A0A7-C91A1072F20D}" sibTransId="{4EE8EBEA-2ADE-4DDA-870C-E550A72324B1}"/>
    <dgm:cxn modelId="{B99B9338-9AF0-4D5A-8718-F69922E23296}" type="presOf" srcId="{22318DB1-ED91-480E-BF49-E884A565E771}" destId="{97491E67-C62B-4D1E-9602-A9A5EFD25D09}" srcOrd="0" destOrd="3" presId="urn:microsoft.com/office/officeart/2005/8/layout/vList2"/>
    <dgm:cxn modelId="{9EB40FD3-781B-4B07-A5DE-3243A841E478}" type="presOf" srcId="{210AFA7F-775B-423A-8AD7-AA378CEB09F9}" destId="{97491E67-C62B-4D1E-9602-A9A5EFD25D09}" srcOrd="0" destOrd="1" presId="urn:microsoft.com/office/officeart/2005/8/layout/vList2"/>
    <dgm:cxn modelId="{181D2D93-37B8-4F2F-B8DF-79492004A8BD}" type="presOf" srcId="{16E76719-F83D-4734-8AE0-93ADADCF1EFC}" destId="{9F5968BA-3DFF-42D3-BD85-9AC09A49B389}" srcOrd="0" destOrd="0" presId="urn:microsoft.com/office/officeart/2005/8/layout/vList2"/>
    <dgm:cxn modelId="{76045743-0842-4EE6-975F-3822F93AB01D}" type="presParOf" srcId="{9F5968BA-3DFF-42D3-BD85-9AC09A49B389}" destId="{571CEA49-DF96-4200-B972-A8C9CA041AFC}" srcOrd="0" destOrd="0" presId="urn:microsoft.com/office/officeart/2005/8/layout/vList2"/>
    <dgm:cxn modelId="{E5730B5C-008A-41A2-AF47-44D2F4AABC86}" type="presParOf" srcId="{9F5968BA-3DFF-42D3-BD85-9AC09A49B389}" destId="{97491E67-C62B-4D1E-9602-A9A5EFD25D0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D55E0B-E872-4C38-B348-2082C2CEF251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29B066-AFA0-41A1-8B4D-CE2DF15A2EA4}">
      <dgm:prSet phldrT="[Текст]"/>
      <dgm:spPr/>
      <dgm:t>
        <a:bodyPr/>
        <a:lstStyle/>
        <a:p>
          <a:r>
            <a:rPr lang="ru-RU" dirty="0" smtClean="0"/>
            <a:t>1</a:t>
          </a:r>
          <a:endParaRPr lang="ru-RU" dirty="0"/>
        </a:p>
      </dgm:t>
    </dgm:pt>
    <dgm:pt modelId="{D476E559-8CD8-4976-A927-6E9AEBAF8370}" type="parTrans" cxnId="{EBE564B2-A965-496B-A2A9-DFA65B8EF335}">
      <dgm:prSet/>
      <dgm:spPr/>
      <dgm:t>
        <a:bodyPr/>
        <a:lstStyle/>
        <a:p>
          <a:endParaRPr lang="ru-RU"/>
        </a:p>
      </dgm:t>
    </dgm:pt>
    <dgm:pt modelId="{88E4B9C9-9D66-4E52-B997-6701A1D37D68}" type="sibTrans" cxnId="{EBE564B2-A965-496B-A2A9-DFA65B8EF335}">
      <dgm:prSet/>
      <dgm:spPr/>
      <dgm:t>
        <a:bodyPr/>
        <a:lstStyle/>
        <a:p>
          <a:endParaRPr lang="ru-RU"/>
        </a:p>
      </dgm:t>
    </dgm:pt>
    <dgm:pt modelId="{41CF93F7-1E02-4E3F-9B1C-91613583340D}">
      <dgm:prSet phldrT="[Текст]" custT="1"/>
      <dgm:spPr/>
      <dgm:t>
        <a:bodyPr/>
        <a:lstStyle/>
        <a:p>
          <a:r>
            <a:rPr lang="ru-RU" sz="1600" dirty="0" smtClean="0"/>
            <a:t>«Пуск»</a:t>
          </a:r>
          <a:endParaRPr lang="ru-RU" sz="1600" dirty="0"/>
        </a:p>
      </dgm:t>
    </dgm:pt>
    <dgm:pt modelId="{55BDB28B-B311-402E-BF37-19FAE5C7DA8E}" type="parTrans" cxnId="{7B96BE1F-FE88-412A-B46D-8CB7A24AE215}">
      <dgm:prSet/>
      <dgm:spPr/>
      <dgm:t>
        <a:bodyPr/>
        <a:lstStyle/>
        <a:p>
          <a:endParaRPr lang="ru-RU"/>
        </a:p>
      </dgm:t>
    </dgm:pt>
    <dgm:pt modelId="{6CF40CB1-25A6-4709-92A7-5FA2BDFF53F5}" type="sibTrans" cxnId="{7B96BE1F-FE88-412A-B46D-8CB7A24AE215}">
      <dgm:prSet/>
      <dgm:spPr/>
      <dgm:t>
        <a:bodyPr/>
        <a:lstStyle/>
        <a:p>
          <a:endParaRPr lang="ru-RU"/>
        </a:p>
      </dgm:t>
    </dgm:pt>
    <dgm:pt modelId="{48BA5109-4DD9-43EC-91CB-D13D2F7CB32A}">
      <dgm:prSet phldrT="[Текст]" custT="1"/>
      <dgm:spPr/>
      <dgm:t>
        <a:bodyPr/>
        <a:lstStyle/>
        <a:p>
          <a:r>
            <a:rPr lang="ru-RU" sz="1600" dirty="0" smtClean="0"/>
            <a:t>«Администрирование»</a:t>
          </a:r>
          <a:endParaRPr lang="ru-RU" sz="1600" dirty="0"/>
        </a:p>
      </dgm:t>
    </dgm:pt>
    <dgm:pt modelId="{5D86E95B-4E2E-4C32-80BC-D652331ABD2F}" type="parTrans" cxnId="{769A6759-BA86-4C2A-BD8D-D6A0D16C88B1}">
      <dgm:prSet/>
      <dgm:spPr/>
      <dgm:t>
        <a:bodyPr/>
        <a:lstStyle/>
        <a:p>
          <a:endParaRPr lang="ru-RU"/>
        </a:p>
      </dgm:t>
    </dgm:pt>
    <dgm:pt modelId="{46B03E96-47E7-4F0A-9AAD-1E7875A622F4}" type="sibTrans" cxnId="{769A6759-BA86-4C2A-BD8D-D6A0D16C88B1}">
      <dgm:prSet/>
      <dgm:spPr/>
      <dgm:t>
        <a:bodyPr/>
        <a:lstStyle/>
        <a:p>
          <a:endParaRPr lang="ru-RU"/>
        </a:p>
      </dgm:t>
    </dgm:pt>
    <dgm:pt modelId="{523D8C2E-169D-4EED-A022-4AC85F66E06B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89D1AC1F-1E21-4803-A62B-71C8EF699D41}" type="parTrans" cxnId="{FD6A9191-6B0A-410F-9C3B-8FDAFA13F9DE}">
      <dgm:prSet/>
      <dgm:spPr/>
      <dgm:t>
        <a:bodyPr/>
        <a:lstStyle/>
        <a:p>
          <a:endParaRPr lang="ru-RU"/>
        </a:p>
      </dgm:t>
    </dgm:pt>
    <dgm:pt modelId="{6C8AC583-108C-4B4E-A936-6E6F23D44224}" type="sibTrans" cxnId="{FD6A9191-6B0A-410F-9C3B-8FDAFA13F9DE}">
      <dgm:prSet/>
      <dgm:spPr/>
      <dgm:t>
        <a:bodyPr/>
        <a:lstStyle/>
        <a:p>
          <a:endParaRPr lang="ru-RU"/>
        </a:p>
      </dgm:t>
    </dgm:pt>
    <dgm:pt modelId="{2A1B2071-4F14-47F0-A1EB-686A4D9D97E7}">
      <dgm:prSet phldrT="[Текст]" custT="1"/>
      <dgm:spPr/>
      <dgm:t>
        <a:bodyPr/>
        <a:lstStyle/>
        <a:p>
          <a:r>
            <a:rPr lang="ru-RU" sz="1600" dirty="0" smtClean="0"/>
            <a:t>«Роли»</a:t>
          </a:r>
          <a:endParaRPr lang="ru-RU" sz="1600" dirty="0"/>
        </a:p>
      </dgm:t>
    </dgm:pt>
    <dgm:pt modelId="{9A2D9B85-2377-4115-B021-F850F711C7D8}" type="parTrans" cxnId="{B3C0D8B4-F82A-4660-A32F-5645E3D5B75B}">
      <dgm:prSet/>
      <dgm:spPr/>
      <dgm:t>
        <a:bodyPr/>
        <a:lstStyle/>
        <a:p>
          <a:endParaRPr lang="ru-RU"/>
        </a:p>
      </dgm:t>
    </dgm:pt>
    <dgm:pt modelId="{D42B96E7-2A84-49BF-8A0D-8DC935A8CBE9}" type="sibTrans" cxnId="{B3C0D8B4-F82A-4660-A32F-5645E3D5B75B}">
      <dgm:prSet/>
      <dgm:spPr/>
      <dgm:t>
        <a:bodyPr/>
        <a:lstStyle/>
        <a:p>
          <a:endParaRPr lang="ru-RU"/>
        </a:p>
      </dgm:t>
    </dgm:pt>
    <dgm:pt modelId="{F3FE0F5E-7175-4FFD-81CA-291BA610E616}">
      <dgm:prSet phldrT="[Текст]" custT="1"/>
      <dgm:spPr/>
      <dgm:t>
        <a:bodyPr/>
        <a:lstStyle/>
        <a:p>
          <a:r>
            <a:rPr lang="ru-RU" sz="1600" dirty="0" smtClean="0"/>
            <a:t>«Добавить роли»</a:t>
          </a:r>
          <a:endParaRPr lang="ru-RU" sz="1600" dirty="0"/>
        </a:p>
      </dgm:t>
    </dgm:pt>
    <dgm:pt modelId="{173D0D4C-12ED-4E9E-A4C4-E74304450D29}" type="parTrans" cxnId="{76DB137C-7CBB-4143-806F-06D8682FFBA9}">
      <dgm:prSet/>
      <dgm:spPr/>
      <dgm:t>
        <a:bodyPr/>
        <a:lstStyle/>
        <a:p>
          <a:endParaRPr lang="ru-RU"/>
        </a:p>
      </dgm:t>
    </dgm:pt>
    <dgm:pt modelId="{62FCE787-9CA1-413B-AED4-73B9457929FA}" type="sibTrans" cxnId="{76DB137C-7CBB-4143-806F-06D8682FFBA9}">
      <dgm:prSet/>
      <dgm:spPr/>
      <dgm:t>
        <a:bodyPr/>
        <a:lstStyle/>
        <a:p>
          <a:endParaRPr lang="ru-RU"/>
        </a:p>
      </dgm:t>
    </dgm:pt>
    <dgm:pt modelId="{0B6DB1F4-B27B-45C4-9A8C-3859102A8FD1}">
      <dgm:prSet phldrT="[Текст]"/>
      <dgm:spPr/>
      <dgm:t>
        <a:bodyPr/>
        <a:lstStyle/>
        <a:p>
          <a:r>
            <a:rPr lang="ru-RU" dirty="0" smtClean="0"/>
            <a:t>3</a:t>
          </a:r>
          <a:endParaRPr lang="ru-RU" dirty="0"/>
        </a:p>
      </dgm:t>
    </dgm:pt>
    <dgm:pt modelId="{49B6DF44-A34E-45AF-B21C-CC787F100AF7}" type="parTrans" cxnId="{236706A4-B006-4C9A-B595-9F097B347EA4}">
      <dgm:prSet/>
      <dgm:spPr/>
      <dgm:t>
        <a:bodyPr/>
        <a:lstStyle/>
        <a:p>
          <a:endParaRPr lang="ru-RU"/>
        </a:p>
      </dgm:t>
    </dgm:pt>
    <dgm:pt modelId="{1AEBAFA7-7C45-498D-A0AA-7560BE5D5E24}" type="sibTrans" cxnId="{236706A4-B006-4C9A-B595-9F097B347EA4}">
      <dgm:prSet/>
      <dgm:spPr/>
      <dgm:t>
        <a:bodyPr/>
        <a:lstStyle/>
        <a:p>
          <a:endParaRPr lang="ru-RU"/>
        </a:p>
      </dgm:t>
    </dgm:pt>
    <dgm:pt modelId="{36A06182-EE79-4830-AF19-7B97753E2BFE}">
      <dgm:prSet phldrT="[Текст]" custT="1"/>
      <dgm:spPr/>
      <dgm:t>
        <a:bodyPr/>
        <a:lstStyle/>
        <a:p>
          <a:r>
            <a:rPr lang="ru-RU" sz="1600" dirty="0" smtClean="0"/>
            <a:t>«Доменные службы </a:t>
          </a:r>
          <a:r>
            <a:rPr lang="ru-RU" sz="1600" dirty="0" err="1" smtClean="0"/>
            <a:t>Active</a:t>
          </a:r>
          <a:r>
            <a:rPr lang="ru-RU" sz="1600" dirty="0" smtClean="0"/>
            <a:t> </a:t>
          </a:r>
          <a:r>
            <a:rPr lang="ru-RU" sz="1600" dirty="0" err="1" smtClean="0"/>
            <a:t>Directory</a:t>
          </a:r>
          <a:r>
            <a:rPr lang="ru-RU" sz="1600" dirty="0" smtClean="0"/>
            <a:t>»</a:t>
          </a:r>
          <a:endParaRPr lang="ru-RU" sz="1600" dirty="0"/>
        </a:p>
      </dgm:t>
    </dgm:pt>
    <dgm:pt modelId="{CD494188-EBEC-4625-9D72-93C57C52651F}" type="parTrans" cxnId="{742350B7-E76E-43B8-B822-A3CDB67C8700}">
      <dgm:prSet/>
      <dgm:spPr/>
      <dgm:t>
        <a:bodyPr/>
        <a:lstStyle/>
        <a:p>
          <a:endParaRPr lang="ru-RU"/>
        </a:p>
      </dgm:t>
    </dgm:pt>
    <dgm:pt modelId="{33C13602-6C03-44A8-9BDF-6B0EA3578B87}" type="sibTrans" cxnId="{742350B7-E76E-43B8-B822-A3CDB67C8700}">
      <dgm:prSet/>
      <dgm:spPr/>
      <dgm:t>
        <a:bodyPr/>
        <a:lstStyle/>
        <a:p>
          <a:endParaRPr lang="ru-RU"/>
        </a:p>
      </dgm:t>
    </dgm:pt>
    <dgm:pt modelId="{55879B00-881F-49EF-9EAC-C812C6C24A83}">
      <dgm:prSet phldrT="[Текст]" custT="1"/>
      <dgm:spPr/>
      <dgm:t>
        <a:bodyPr/>
        <a:lstStyle/>
        <a:p>
          <a:r>
            <a:rPr lang="ru-RU" sz="1600" dirty="0" smtClean="0"/>
            <a:t>«Диспетчер сервера»</a:t>
          </a:r>
          <a:endParaRPr lang="ru-RU" sz="1600" dirty="0"/>
        </a:p>
      </dgm:t>
    </dgm:pt>
    <dgm:pt modelId="{6846631B-5D5C-4779-8F89-E4216576E6C6}" type="parTrans" cxnId="{FE926DB5-FE5E-4640-809A-E9519B08D8DC}">
      <dgm:prSet/>
      <dgm:spPr/>
      <dgm:t>
        <a:bodyPr/>
        <a:lstStyle/>
        <a:p>
          <a:endParaRPr lang="ru-RU"/>
        </a:p>
      </dgm:t>
    </dgm:pt>
    <dgm:pt modelId="{072554B8-F2EB-45DB-BAFE-E3AE1DDD0CBA}" type="sibTrans" cxnId="{FE926DB5-FE5E-4640-809A-E9519B08D8DC}">
      <dgm:prSet/>
      <dgm:spPr/>
      <dgm:t>
        <a:bodyPr/>
        <a:lstStyle/>
        <a:p>
          <a:endParaRPr lang="ru-RU"/>
        </a:p>
      </dgm:t>
    </dgm:pt>
    <dgm:pt modelId="{917ED792-0947-4F2D-B29D-D6D2BFAAAE74}">
      <dgm:prSet phldrT="[Текст]" custT="1"/>
      <dgm:spPr/>
      <dgm:t>
        <a:bodyPr/>
        <a:lstStyle/>
        <a:p>
          <a:r>
            <a:rPr lang="ru-RU" sz="1600" dirty="0" smtClean="0"/>
            <a:t>«Далее»</a:t>
          </a:r>
          <a:endParaRPr lang="ru-RU" sz="1600" dirty="0"/>
        </a:p>
      </dgm:t>
    </dgm:pt>
    <dgm:pt modelId="{D2F86A2B-4EFF-4F23-9DDC-9AAE7DEB9C47}" type="parTrans" cxnId="{3DCB55E9-35D6-40FB-BD57-00D790BDF74F}">
      <dgm:prSet/>
      <dgm:spPr/>
      <dgm:t>
        <a:bodyPr/>
        <a:lstStyle/>
        <a:p>
          <a:endParaRPr lang="ru-RU"/>
        </a:p>
      </dgm:t>
    </dgm:pt>
    <dgm:pt modelId="{1DDDFB16-D672-4E6B-A3A9-CC50AB6E50B7}" type="sibTrans" cxnId="{3DCB55E9-35D6-40FB-BD57-00D790BDF74F}">
      <dgm:prSet/>
      <dgm:spPr/>
      <dgm:t>
        <a:bodyPr/>
        <a:lstStyle/>
        <a:p>
          <a:endParaRPr lang="ru-RU"/>
        </a:p>
      </dgm:t>
    </dgm:pt>
    <dgm:pt modelId="{AAE4234C-9B30-4B5E-BF1D-A2EA83C99E56}" type="pres">
      <dgm:prSet presAssocID="{27D55E0B-E872-4C38-B348-2082C2CEF25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25E3745-B708-48F0-BA7B-0590C99C51E1}" type="pres">
      <dgm:prSet presAssocID="{DF29B066-AFA0-41A1-8B4D-CE2DF15A2EA4}" presName="composite" presStyleCnt="0"/>
      <dgm:spPr/>
    </dgm:pt>
    <dgm:pt modelId="{7555A298-D1E6-42B1-B6BE-50BB7D45720C}" type="pres">
      <dgm:prSet presAssocID="{DF29B066-AFA0-41A1-8B4D-CE2DF15A2EA4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9E599-196A-4A72-84D8-21C423A58EFE}" type="pres">
      <dgm:prSet presAssocID="{DF29B066-AFA0-41A1-8B4D-CE2DF15A2EA4}" presName="descendantText" presStyleLbl="alignAcc1" presStyleIdx="0" presStyleCnt="3" custLinFactNeighborX="893" custLinFactNeighborY="-1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86CB81-3798-4A5D-8130-D13993A64FBD}" type="pres">
      <dgm:prSet presAssocID="{88E4B9C9-9D66-4E52-B997-6701A1D37D68}" presName="sp" presStyleCnt="0"/>
      <dgm:spPr/>
    </dgm:pt>
    <dgm:pt modelId="{831DC854-6924-4C0E-94E4-2B145B2EC9B2}" type="pres">
      <dgm:prSet presAssocID="{523D8C2E-169D-4EED-A022-4AC85F66E06B}" presName="composite" presStyleCnt="0"/>
      <dgm:spPr/>
    </dgm:pt>
    <dgm:pt modelId="{CA7BFC15-11A8-4936-A454-8ACD53557514}" type="pres">
      <dgm:prSet presAssocID="{523D8C2E-169D-4EED-A022-4AC85F66E06B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9CD611-B8A0-4761-8449-72B597B3B863}" type="pres">
      <dgm:prSet presAssocID="{523D8C2E-169D-4EED-A022-4AC85F66E06B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0B3C1D-256D-49AE-B3C4-912C9B59E48B}" type="pres">
      <dgm:prSet presAssocID="{6C8AC583-108C-4B4E-A936-6E6F23D44224}" presName="sp" presStyleCnt="0"/>
      <dgm:spPr/>
    </dgm:pt>
    <dgm:pt modelId="{2BD30281-7488-4BB6-8D89-95A1199AC32C}" type="pres">
      <dgm:prSet presAssocID="{0B6DB1F4-B27B-45C4-9A8C-3859102A8FD1}" presName="composite" presStyleCnt="0"/>
      <dgm:spPr/>
    </dgm:pt>
    <dgm:pt modelId="{015D9548-50DC-40D8-9D70-7CCB2F9D67D5}" type="pres">
      <dgm:prSet presAssocID="{0B6DB1F4-B27B-45C4-9A8C-3859102A8FD1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2C27B1-72AE-4C49-BE8B-D76F58F4D390}" type="pres">
      <dgm:prSet presAssocID="{0B6DB1F4-B27B-45C4-9A8C-3859102A8FD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DCB55E9-35D6-40FB-BD57-00D790BDF74F}" srcId="{523D8C2E-169D-4EED-A022-4AC85F66E06B}" destId="{917ED792-0947-4F2D-B29D-D6D2BFAAAE74}" srcOrd="2" destOrd="0" parTransId="{D2F86A2B-4EFF-4F23-9DDC-9AAE7DEB9C47}" sibTransId="{1DDDFB16-D672-4E6B-A3A9-CC50AB6E50B7}"/>
    <dgm:cxn modelId="{CC60297E-2A3D-44B3-802F-29A811A1D86F}" type="presOf" srcId="{41CF93F7-1E02-4E3F-9B1C-91613583340D}" destId="{08D9E599-196A-4A72-84D8-21C423A58EFE}" srcOrd="0" destOrd="0" presId="urn:microsoft.com/office/officeart/2005/8/layout/chevron2"/>
    <dgm:cxn modelId="{EBE564B2-A965-496B-A2A9-DFA65B8EF335}" srcId="{27D55E0B-E872-4C38-B348-2082C2CEF251}" destId="{DF29B066-AFA0-41A1-8B4D-CE2DF15A2EA4}" srcOrd="0" destOrd="0" parTransId="{D476E559-8CD8-4976-A927-6E9AEBAF8370}" sibTransId="{88E4B9C9-9D66-4E52-B997-6701A1D37D68}"/>
    <dgm:cxn modelId="{742350B7-E76E-43B8-B822-A3CDB67C8700}" srcId="{0B6DB1F4-B27B-45C4-9A8C-3859102A8FD1}" destId="{36A06182-EE79-4830-AF19-7B97753E2BFE}" srcOrd="0" destOrd="0" parTransId="{CD494188-EBEC-4625-9D72-93C57C52651F}" sibTransId="{33C13602-6C03-44A8-9BDF-6B0EA3578B87}"/>
    <dgm:cxn modelId="{54F5AC5C-1EB4-4BDA-8E72-A62EE4DAAA19}" type="presOf" srcId="{DF29B066-AFA0-41A1-8B4D-CE2DF15A2EA4}" destId="{7555A298-D1E6-42B1-B6BE-50BB7D45720C}" srcOrd="0" destOrd="0" presId="urn:microsoft.com/office/officeart/2005/8/layout/chevron2"/>
    <dgm:cxn modelId="{853C591E-613A-428B-BEE0-2D83C77DD102}" type="presOf" srcId="{2A1B2071-4F14-47F0-A1EB-686A4D9D97E7}" destId="{FF9CD611-B8A0-4761-8449-72B597B3B863}" srcOrd="0" destOrd="0" presId="urn:microsoft.com/office/officeart/2005/8/layout/chevron2"/>
    <dgm:cxn modelId="{20A1B349-B451-4BA9-AF51-C28BBD23EBD7}" type="presOf" srcId="{523D8C2E-169D-4EED-A022-4AC85F66E06B}" destId="{CA7BFC15-11A8-4936-A454-8ACD53557514}" srcOrd="0" destOrd="0" presId="urn:microsoft.com/office/officeart/2005/8/layout/chevron2"/>
    <dgm:cxn modelId="{76DB137C-7CBB-4143-806F-06D8682FFBA9}" srcId="{523D8C2E-169D-4EED-A022-4AC85F66E06B}" destId="{F3FE0F5E-7175-4FFD-81CA-291BA610E616}" srcOrd="1" destOrd="0" parTransId="{173D0D4C-12ED-4E9E-A4C4-E74304450D29}" sibTransId="{62FCE787-9CA1-413B-AED4-73B9457929FA}"/>
    <dgm:cxn modelId="{FD6A9191-6B0A-410F-9C3B-8FDAFA13F9DE}" srcId="{27D55E0B-E872-4C38-B348-2082C2CEF251}" destId="{523D8C2E-169D-4EED-A022-4AC85F66E06B}" srcOrd="1" destOrd="0" parTransId="{89D1AC1F-1E21-4803-A62B-71C8EF699D41}" sibTransId="{6C8AC583-108C-4B4E-A936-6E6F23D44224}"/>
    <dgm:cxn modelId="{E7B97FDB-B0E3-41A9-B39A-7DDA3BCB4D07}" type="presOf" srcId="{36A06182-EE79-4830-AF19-7B97753E2BFE}" destId="{432C27B1-72AE-4C49-BE8B-D76F58F4D390}" srcOrd="0" destOrd="0" presId="urn:microsoft.com/office/officeart/2005/8/layout/chevron2"/>
    <dgm:cxn modelId="{FE926DB5-FE5E-4640-809A-E9519B08D8DC}" srcId="{DF29B066-AFA0-41A1-8B4D-CE2DF15A2EA4}" destId="{55879B00-881F-49EF-9EAC-C812C6C24A83}" srcOrd="2" destOrd="0" parTransId="{6846631B-5D5C-4779-8F89-E4216576E6C6}" sibTransId="{072554B8-F2EB-45DB-BAFE-E3AE1DDD0CBA}"/>
    <dgm:cxn modelId="{4AE80022-9A31-47D6-BCA4-1A068942A223}" type="presOf" srcId="{917ED792-0947-4F2D-B29D-D6D2BFAAAE74}" destId="{FF9CD611-B8A0-4761-8449-72B597B3B863}" srcOrd="0" destOrd="2" presId="urn:microsoft.com/office/officeart/2005/8/layout/chevron2"/>
    <dgm:cxn modelId="{236706A4-B006-4C9A-B595-9F097B347EA4}" srcId="{27D55E0B-E872-4C38-B348-2082C2CEF251}" destId="{0B6DB1F4-B27B-45C4-9A8C-3859102A8FD1}" srcOrd="2" destOrd="0" parTransId="{49B6DF44-A34E-45AF-B21C-CC787F100AF7}" sibTransId="{1AEBAFA7-7C45-498D-A0AA-7560BE5D5E24}"/>
    <dgm:cxn modelId="{D2D1387A-DB65-43D1-94E0-91284AA6A1F6}" type="presOf" srcId="{27D55E0B-E872-4C38-B348-2082C2CEF251}" destId="{AAE4234C-9B30-4B5E-BF1D-A2EA83C99E56}" srcOrd="0" destOrd="0" presId="urn:microsoft.com/office/officeart/2005/8/layout/chevron2"/>
    <dgm:cxn modelId="{769A6759-BA86-4C2A-BD8D-D6A0D16C88B1}" srcId="{DF29B066-AFA0-41A1-8B4D-CE2DF15A2EA4}" destId="{48BA5109-4DD9-43EC-91CB-D13D2F7CB32A}" srcOrd="1" destOrd="0" parTransId="{5D86E95B-4E2E-4C32-80BC-D652331ABD2F}" sibTransId="{46B03E96-47E7-4F0A-9AAD-1E7875A622F4}"/>
    <dgm:cxn modelId="{0F53E86E-863D-4764-92C8-7706F151286E}" type="presOf" srcId="{0B6DB1F4-B27B-45C4-9A8C-3859102A8FD1}" destId="{015D9548-50DC-40D8-9D70-7CCB2F9D67D5}" srcOrd="0" destOrd="0" presId="urn:microsoft.com/office/officeart/2005/8/layout/chevron2"/>
    <dgm:cxn modelId="{B3C0D8B4-F82A-4660-A32F-5645E3D5B75B}" srcId="{523D8C2E-169D-4EED-A022-4AC85F66E06B}" destId="{2A1B2071-4F14-47F0-A1EB-686A4D9D97E7}" srcOrd="0" destOrd="0" parTransId="{9A2D9B85-2377-4115-B021-F850F711C7D8}" sibTransId="{D42B96E7-2A84-49BF-8A0D-8DC935A8CBE9}"/>
    <dgm:cxn modelId="{96F16C67-E1AC-4EBC-9BF8-A3011DCA2400}" type="presOf" srcId="{48BA5109-4DD9-43EC-91CB-D13D2F7CB32A}" destId="{08D9E599-196A-4A72-84D8-21C423A58EFE}" srcOrd="0" destOrd="1" presId="urn:microsoft.com/office/officeart/2005/8/layout/chevron2"/>
    <dgm:cxn modelId="{F087BFA9-6106-4011-8C83-A0C98DFB77CF}" type="presOf" srcId="{55879B00-881F-49EF-9EAC-C812C6C24A83}" destId="{08D9E599-196A-4A72-84D8-21C423A58EFE}" srcOrd="0" destOrd="2" presId="urn:microsoft.com/office/officeart/2005/8/layout/chevron2"/>
    <dgm:cxn modelId="{7B96BE1F-FE88-412A-B46D-8CB7A24AE215}" srcId="{DF29B066-AFA0-41A1-8B4D-CE2DF15A2EA4}" destId="{41CF93F7-1E02-4E3F-9B1C-91613583340D}" srcOrd="0" destOrd="0" parTransId="{55BDB28B-B311-402E-BF37-19FAE5C7DA8E}" sibTransId="{6CF40CB1-25A6-4709-92A7-5FA2BDFF53F5}"/>
    <dgm:cxn modelId="{DD0F4552-6E9E-47B7-90CC-4BFEBE4485A8}" type="presOf" srcId="{F3FE0F5E-7175-4FFD-81CA-291BA610E616}" destId="{FF9CD611-B8A0-4761-8449-72B597B3B863}" srcOrd="0" destOrd="1" presId="urn:microsoft.com/office/officeart/2005/8/layout/chevron2"/>
    <dgm:cxn modelId="{33A1E138-2A21-4234-905E-A09E65761C38}" type="presParOf" srcId="{AAE4234C-9B30-4B5E-BF1D-A2EA83C99E56}" destId="{025E3745-B708-48F0-BA7B-0590C99C51E1}" srcOrd="0" destOrd="0" presId="urn:microsoft.com/office/officeart/2005/8/layout/chevron2"/>
    <dgm:cxn modelId="{A4B94F93-4E80-4DFE-B150-D4CB2D6874B0}" type="presParOf" srcId="{025E3745-B708-48F0-BA7B-0590C99C51E1}" destId="{7555A298-D1E6-42B1-B6BE-50BB7D45720C}" srcOrd="0" destOrd="0" presId="urn:microsoft.com/office/officeart/2005/8/layout/chevron2"/>
    <dgm:cxn modelId="{542B1CAC-C4C9-48F0-A78F-076BFA642A46}" type="presParOf" srcId="{025E3745-B708-48F0-BA7B-0590C99C51E1}" destId="{08D9E599-196A-4A72-84D8-21C423A58EFE}" srcOrd="1" destOrd="0" presId="urn:microsoft.com/office/officeart/2005/8/layout/chevron2"/>
    <dgm:cxn modelId="{E6E2E0DB-62D0-4B56-9A9C-EE19053C1404}" type="presParOf" srcId="{AAE4234C-9B30-4B5E-BF1D-A2EA83C99E56}" destId="{A286CB81-3798-4A5D-8130-D13993A64FBD}" srcOrd="1" destOrd="0" presId="urn:microsoft.com/office/officeart/2005/8/layout/chevron2"/>
    <dgm:cxn modelId="{A9AE95B6-2EF1-4F87-A0CC-80D9D49C79E0}" type="presParOf" srcId="{AAE4234C-9B30-4B5E-BF1D-A2EA83C99E56}" destId="{831DC854-6924-4C0E-94E4-2B145B2EC9B2}" srcOrd="2" destOrd="0" presId="urn:microsoft.com/office/officeart/2005/8/layout/chevron2"/>
    <dgm:cxn modelId="{60A75DAC-7B23-43AF-9A3D-03662425F641}" type="presParOf" srcId="{831DC854-6924-4C0E-94E4-2B145B2EC9B2}" destId="{CA7BFC15-11A8-4936-A454-8ACD53557514}" srcOrd="0" destOrd="0" presId="urn:microsoft.com/office/officeart/2005/8/layout/chevron2"/>
    <dgm:cxn modelId="{415D8DBE-4D70-4268-A7A6-CE8E7C402C9E}" type="presParOf" srcId="{831DC854-6924-4C0E-94E4-2B145B2EC9B2}" destId="{FF9CD611-B8A0-4761-8449-72B597B3B863}" srcOrd="1" destOrd="0" presId="urn:microsoft.com/office/officeart/2005/8/layout/chevron2"/>
    <dgm:cxn modelId="{0754C212-68C9-41CB-B65B-4B12BE566DE8}" type="presParOf" srcId="{AAE4234C-9B30-4B5E-BF1D-A2EA83C99E56}" destId="{960B3C1D-256D-49AE-B3C4-912C9B59E48B}" srcOrd="3" destOrd="0" presId="urn:microsoft.com/office/officeart/2005/8/layout/chevron2"/>
    <dgm:cxn modelId="{3A6CC331-9E7C-4AE9-9C0A-2755CF95BD46}" type="presParOf" srcId="{AAE4234C-9B30-4B5E-BF1D-A2EA83C99E56}" destId="{2BD30281-7488-4BB6-8D89-95A1199AC32C}" srcOrd="4" destOrd="0" presId="urn:microsoft.com/office/officeart/2005/8/layout/chevron2"/>
    <dgm:cxn modelId="{D7B23C05-EBEF-4681-8674-94192E0F9F28}" type="presParOf" srcId="{2BD30281-7488-4BB6-8D89-95A1199AC32C}" destId="{015D9548-50DC-40D8-9D70-7CCB2F9D67D5}" srcOrd="0" destOrd="0" presId="urn:microsoft.com/office/officeart/2005/8/layout/chevron2"/>
    <dgm:cxn modelId="{088DB84F-DAB6-4151-9C7D-055094E947D3}" type="presParOf" srcId="{2BD30281-7488-4BB6-8D89-95A1199AC32C}" destId="{432C27B1-72AE-4C49-BE8B-D76F58F4D39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7D55E0B-E872-4C38-B348-2082C2CEF251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29B066-AFA0-41A1-8B4D-CE2DF15A2EA4}">
      <dgm:prSet phldrT="[Текст]"/>
      <dgm:spPr/>
      <dgm:t>
        <a:bodyPr/>
        <a:lstStyle/>
        <a:p>
          <a:r>
            <a:rPr lang="ru-RU" dirty="0" smtClean="0"/>
            <a:t>1</a:t>
          </a:r>
          <a:endParaRPr lang="ru-RU" dirty="0"/>
        </a:p>
      </dgm:t>
    </dgm:pt>
    <dgm:pt modelId="{D476E559-8CD8-4976-A927-6E9AEBAF8370}" type="parTrans" cxnId="{EBE564B2-A965-496B-A2A9-DFA65B8EF335}">
      <dgm:prSet/>
      <dgm:spPr/>
      <dgm:t>
        <a:bodyPr/>
        <a:lstStyle/>
        <a:p>
          <a:endParaRPr lang="ru-RU"/>
        </a:p>
      </dgm:t>
    </dgm:pt>
    <dgm:pt modelId="{88E4B9C9-9D66-4E52-B997-6701A1D37D68}" type="sibTrans" cxnId="{EBE564B2-A965-496B-A2A9-DFA65B8EF335}">
      <dgm:prSet/>
      <dgm:spPr/>
      <dgm:t>
        <a:bodyPr/>
        <a:lstStyle/>
        <a:p>
          <a:endParaRPr lang="ru-RU"/>
        </a:p>
      </dgm:t>
    </dgm:pt>
    <dgm:pt modelId="{41CF93F7-1E02-4E3F-9B1C-91613583340D}">
      <dgm:prSet phldrT="[Текст]" custT="1"/>
      <dgm:spPr/>
      <dgm:t>
        <a:bodyPr/>
        <a:lstStyle/>
        <a:p>
          <a:r>
            <a:rPr lang="ru-RU" sz="1600" dirty="0" smtClean="0"/>
            <a:t>«Пуск»</a:t>
          </a:r>
          <a:endParaRPr lang="ru-RU" sz="1600" dirty="0"/>
        </a:p>
      </dgm:t>
    </dgm:pt>
    <dgm:pt modelId="{55BDB28B-B311-402E-BF37-19FAE5C7DA8E}" type="parTrans" cxnId="{7B96BE1F-FE88-412A-B46D-8CB7A24AE215}">
      <dgm:prSet/>
      <dgm:spPr/>
      <dgm:t>
        <a:bodyPr/>
        <a:lstStyle/>
        <a:p>
          <a:endParaRPr lang="ru-RU"/>
        </a:p>
      </dgm:t>
    </dgm:pt>
    <dgm:pt modelId="{6CF40CB1-25A6-4709-92A7-5FA2BDFF53F5}" type="sibTrans" cxnId="{7B96BE1F-FE88-412A-B46D-8CB7A24AE215}">
      <dgm:prSet/>
      <dgm:spPr/>
      <dgm:t>
        <a:bodyPr/>
        <a:lstStyle/>
        <a:p>
          <a:endParaRPr lang="ru-RU"/>
        </a:p>
      </dgm:t>
    </dgm:pt>
    <dgm:pt modelId="{48BA5109-4DD9-43EC-91CB-D13D2F7CB32A}">
      <dgm:prSet phldrT="[Текст]" custT="1"/>
      <dgm:spPr/>
      <dgm:t>
        <a:bodyPr/>
        <a:lstStyle/>
        <a:p>
          <a:r>
            <a:rPr lang="ru-RU" sz="1600" dirty="0" smtClean="0"/>
            <a:t>«Выполнить»</a:t>
          </a:r>
          <a:endParaRPr lang="ru-RU" sz="1600" dirty="0"/>
        </a:p>
      </dgm:t>
    </dgm:pt>
    <dgm:pt modelId="{5D86E95B-4E2E-4C32-80BC-D652331ABD2F}" type="parTrans" cxnId="{769A6759-BA86-4C2A-BD8D-D6A0D16C88B1}">
      <dgm:prSet/>
      <dgm:spPr/>
      <dgm:t>
        <a:bodyPr/>
        <a:lstStyle/>
        <a:p>
          <a:endParaRPr lang="ru-RU"/>
        </a:p>
      </dgm:t>
    </dgm:pt>
    <dgm:pt modelId="{46B03E96-47E7-4F0A-9AAD-1E7875A622F4}" type="sibTrans" cxnId="{769A6759-BA86-4C2A-BD8D-D6A0D16C88B1}">
      <dgm:prSet/>
      <dgm:spPr/>
      <dgm:t>
        <a:bodyPr/>
        <a:lstStyle/>
        <a:p>
          <a:endParaRPr lang="ru-RU"/>
        </a:p>
      </dgm:t>
    </dgm:pt>
    <dgm:pt modelId="{523D8C2E-169D-4EED-A022-4AC85F66E06B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89D1AC1F-1E21-4803-A62B-71C8EF699D41}" type="parTrans" cxnId="{FD6A9191-6B0A-410F-9C3B-8FDAFA13F9DE}">
      <dgm:prSet/>
      <dgm:spPr/>
      <dgm:t>
        <a:bodyPr/>
        <a:lstStyle/>
        <a:p>
          <a:endParaRPr lang="ru-RU"/>
        </a:p>
      </dgm:t>
    </dgm:pt>
    <dgm:pt modelId="{6C8AC583-108C-4B4E-A936-6E6F23D44224}" type="sibTrans" cxnId="{FD6A9191-6B0A-410F-9C3B-8FDAFA13F9DE}">
      <dgm:prSet/>
      <dgm:spPr/>
      <dgm:t>
        <a:bodyPr/>
        <a:lstStyle/>
        <a:p>
          <a:endParaRPr lang="ru-RU"/>
        </a:p>
      </dgm:t>
    </dgm:pt>
    <dgm:pt modelId="{2A1B2071-4F14-47F0-A1EB-686A4D9D97E7}">
      <dgm:prSet phldrT="[Текст]" custT="1"/>
      <dgm:spPr/>
      <dgm:t>
        <a:bodyPr/>
        <a:lstStyle/>
        <a:p>
          <a:r>
            <a:rPr lang="ru-RU" sz="1600" dirty="0" smtClean="0"/>
            <a:t>«Создать новый лес»</a:t>
          </a:r>
          <a:endParaRPr lang="ru-RU" sz="1600" dirty="0"/>
        </a:p>
      </dgm:t>
    </dgm:pt>
    <dgm:pt modelId="{9A2D9B85-2377-4115-B021-F850F711C7D8}" type="parTrans" cxnId="{B3C0D8B4-F82A-4660-A32F-5645E3D5B75B}">
      <dgm:prSet/>
      <dgm:spPr/>
      <dgm:t>
        <a:bodyPr/>
        <a:lstStyle/>
        <a:p>
          <a:endParaRPr lang="ru-RU"/>
        </a:p>
      </dgm:t>
    </dgm:pt>
    <dgm:pt modelId="{D42B96E7-2A84-49BF-8A0D-8DC935A8CBE9}" type="sibTrans" cxnId="{B3C0D8B4-F82A-4660-A32F-5645E3D5B75B}">
      <dgm:prSet/>
      <dgm:spPr/>
      <dgm:t>
        <a:bodyPr/>
        <a:lstStyle/>
        <a:p>
          <a:endParaRPr lang="ru-RU"/>
        </a:p>
      </dgm:t>
    </dgm:pt>
    <dgm:pt modelId="{F3FE0F5E-7175-4FFD-81CA-291BA610E616}">
      <dgm:prSet phldrT="[Текст]" custT="1"/>
      <dgm:spPr/>
      <dgm:t>
        <a:bodyPr/>
        <a:lstStyle/>
        <a:p>
          <a:r>
            <a:rPr lang="ru-RU" sz="1600" dirty="0" smtClean="0"/>
            <a:t>Создать имя нового домена</a:t>
          </a:r>
          <a:endParaRPr lang="ru-RU" sz="1600" dirty="0"/>
        </a:p>
      </dgm:t>
    </dgm:pt>
    <dgm:pt modelId="{173D0D4C-12ED-4E9E-A4C4-E74304450D29}" type="parTrans" cxnId="{76DB137C-7CBB-4143-806F-06D8682FFBA9}">
      <dgm:prSet/>
      <dgm:spPr/>
      <dgm:t>
        <a:bodyPr/>
        <a:lstStyle/>
        <a:p>
          <a:endParaRPr lang="ru-RU"/>
        </a:p>
      </dgm:t>
    </dgm:pt>
    <dgm:pt modelId="{62FCE787-9CA1-413B-AED4-73B9457929FA}" type="sibTrans" cxnId="{76DB137C-7CBB-4143-806F-06D8682FFBA9}">
      <dgm:prSet/>
      <dgm:spPr/>
      <dgm:t>
        <a:bodyPr/>
        <a:lstStyle/>
        <a:p>
          <a:endParaRPr lang="ru-RU"/>
        </a:p>
      </dgm:t>
    </dgm:pt>
    <dgm:pt modelId="{0B6DB1F4-B27B-45C4-9A8C-3859102A8FD1}">
      <dgm:prSet phldrT="[Текст]"/>
      <dgm:spPr/>
      <dgm:t>
        <a:bodyPr/>
        <a:lstStyle/>
        <a:p>
          <a:r>
            <a:rPr lang="ru-RU" dirty="0" smtClean="0"/>
            <a:t>3</a:t>
          </a:r>
          <a:endParaRPr lang="ru-RU" dirty="0"/>
        </a:p>
      </dgm:t>
    </dgm:pt>
    <dgm:pt modelId="{49B6DF44-A34E-45AF-B21C-CC787F100AF7}" type="parTrans" cxnId="{236706A4-B006-4C9A-B595-9F097B347EA4}">
      <dgm:prSet/>
      <dgm:spPr/>
      <dgm:t>
        <a:bodyPr/>
        <a:lstStyle/>
        <a:p>
          <a:endParaRPr lang="ru-RU"/>
        </a:p>
      </dgm:t>
    </dgm:pt>
    <dgm:pt modelId="{1AEBAFA7-7C45-498D-A0AA-7560BE5D5E24}" type="sibTrans" cxnId="{236706A4-B006-4C9A-B595-9F097B347EA4}">
      <dgm:prSet/>
      <dgm:spPr/>
      <dgm:t>
        <a:bodyPr/>
        <a:lstStyle/>
        <a:p>
          <a:endParaRPr lang="ru-RU"/>
        </a:p>
      </dgm:t>
    </dgm:pt>
    <dgm:pt modelId="{36A06182-EE79-4830-AF19-7B97753E2BFE}">
      <dgm:prSet phldrT="[Текст]" custT="1"/>
      <dgm:spPr/>
      <dgm:t>
        <a:bodyPr/>
        <a:lstStyle/>
        <a:p>
          <a:r>
            <a:rPr lang="ru-RU" sz="1600" dirty="0" smtClean="0"/>
            <a:t>Режим работы леса: «</a:t>
          </a:r>
          <a:r>
            <a:rPr lang="ru-RU" sz="1600" dirty="0" err="1" smtClean="0"/>
            <a:t>Windows</a:t>
          </a:r>
          <a:r>
            <a:rPr lang="ru-RU" sz="1600" dirty="0" smtClean="0"/>
            <a:t> 2008 R2»</a:t>
          </a:r>
          <a:endParaRPr lang="ru-RU" sz="1600" dirty="0"/>
        </a:p>
      </dgm:t>
    </dgm:pt>
    <dgm:pt modelId="{CD494188-EBEC-4625-9D72-93C57C52651F}" type="parTrans" cxnId="{742350B7-E76E-43B8-B822-A3CDB67C8700}">
      <dgm:prSet/>
      <dgm:spPr/>
      <dgm:t>
        <a:bodyPr/>
        <a:lstStyle/>
        <a:p>
          <a:endParaRPr lang="ru-RU"/>
        </a:p>
      </dgm:t>
    </dgm:pt>
    <dgm:pt modelId="{33C13602-6C03-44A8-9BDF-6B0EA3578B87}" type="sibTrans" cxnId="{742350B7-E76E-43B8-B822-A3CDB67C8700}">
      <dgm:prSet/>
      <dgm:spPr/>
      <dgm:t>
        <a:bodyPr/>
        <a:lstStyle/>
        <a:p>
          <a:endParaRPr lang="ru-RU"/>
        </a:p>
      </dgm:t>
    </dgm:pt>
    <dgm:pt modelId="{55879B00-881F-49EF-9EAC-C812C6C24A83}">
      <dgm:prSet phldrT="[Текст]" custT="1"/>
      <dgm:spPr/>
      <dgm:t>
        <a:bodyPr/>
        <a:lstStyle/>
        <a:p>
          <a:r>
            <a:rPr lang="ru-RU" sz="1600" dirty="0" smtClean="0"/>
            <a:t>Вводим команду </a:t>
          </a:r>
          <a:r>
            <a:rPr lang="ru-RU" sz="1600" dirty="0" err="1" smtClean="0"/>
            <a:t>dcpromo.exe</a:t>
          </a:r>
          <a:endParaRPr lang="ru-RU" sz="1600" dirty="0"/>
        </a:p>
      </dgm:t>
    </dgm:pt>
    <dgm:pt modelId="{6846631B-5D5C-4779-8F89-E4216576E6C6}" type="parTrans" cxnId="{FE926DB5-FE5E-4640-809A-E9519B08D8DC}">
      <dgm:prSet/>
      <dgm:spPr/>
      <dgm:t>
        <a:bodyPr/>
        <a:lstStyle/>
        <a:p>
          <a:endParaRPr lang="ru-RU"/>
        </a:p>
      </dgm:t>
    </dgm:pt>
    <dgm:pt modelId="{072554B8-F2EB-45DB-BAFE-E3AE1DDD0CBA}" type="sibTrans" cxnId="{FE926DB5-FE5E-4640-809A-E9519B08D8DC}">
      <dgm:prSet/>
      <dgm:spPr/>
      <dgm:t>
        <a:bodyPr/>
        <a:lstStyle/>
        <a:p>
          <a:endParaRPr lang="ru-RU"/>
        </a:p>
      </dgm:t>
    </dgm:pt>
    <dgm:pt modelId="{88B27CBB-696C-420B-8C74-BF8C30746382}">
      <dgm:prSet phldrT="[Текст]" custT="1"/>
      <dgm:spPr/>
      <dgm:t>
        <a:bodyPr/>
        <a:lstStyle/>
        <a:p>
          <a:r>
            <a:rPr lang="ru-RU" sz="1600" dirty="0" smtClean="0"/>
            <a:t>«Далее»</a:t>
          </a:r>
          <a:endParaRPr lang="ru-RU" sz="1600" dirty="0"/>
        </a:p>
      </dgm:t>
    </dgm:pt>
    <dgm:pt modelId="{32A5671F-0F32-46BF-A69A-89E1EC241A1E}" type="parTrans" cxnId="{D69C09EC-868C-46F1-ABB2-DDDFD951C174}">
      <dgm:prSet/>
      <dgm:spPr/>
      <dgm:t>
        <a:bodyPr/>
        <a:lstStyle/>
        <a:p>
          <a:endParaRPr lang="ru-RU"/>
        </a:p>
      </dgm:t>
    </dgm:pt>
    <dgm:pt modelId="{676ED347-96E4-47D9-A4D0-0F27312B1380}" type="sibTrans" cxnId="{D69C09EC-868C-46F1-ABB2-DDDFD951C174}">
      <dgm:prSet/>
      <dgm:spPr/>
      <dgm:t>
        <a:bodyPr/>
        <a:lstStyle/>
        <a:p>
          <a:endParaRPr lang="ru-RU"/>
        </a:p>
      </dgm:t>
    </dgm:pt>
    <dgm:pt modelId="{AAE4234C-9B30-4B5E-BF1D-A2EA83C99E56}" type="pres">
      <dgm:prSet presAssocID="{27D55E0B-E872-4C38-B348-2082C2CEF25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25E3745-B708-48F0-BA7B-0590C99C51E1}" type="pres">
      <dgm:prSet presAssocID="{DF29B066-AFA0-41A1-8B4D-CE2DF15A2EA4}" presName="composite" presStyleCnt="0"/>
      <dgm:spPr/>
    </dgm:pt>
    <dgm:pt modelId="{7555A298-D1E6-42B1-B6BE-50BB7D45720C}" type="pres">
      <dgm:prSet presAssocID="{DF29B066-AFA0-41A1-8B4D-CE2DF15A2EA4}" presName="parentText" presStyleLbl="alignNode1" presStyleIdx="0" presStyleCnt="3" custScaleY="116596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9E599-196A-4A72-84D8-21C423A58EFE}" type="pres">
      <dgm:prSet presAssocID="{DF29B066-AFA0-41A1-8B4D-CE2DF15A2EA4}" presName="descendantText" presStyleLbl="alignAcc1" presStyleIdx="0" presStyleCnt="3" custScaleY="117495" custLinFactNeighborX="893" custLinFactNeighborY="-1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86CB81-3798-4A5D-8130-D13993A64FBD}" type="pres">
      <dgm:prSet presAssocID="{88E4B9C9-9D66-4E52-B997-6701A1D37D68}" presName="sp" presStyleCnt="0"/>
      <dgm:spPr/>
    </dgm:pt>
    <dgm:pt modelId="{831DC854-6924-4C0E-94E4-2B145B2EC9B2}" type="pres">
      <dgm:prSet presAssocID="{523D8C2E-169D-4EED-A022-4AC85F66E06B}" presName="composite" presStyleCnt="0"/>
      <dgm:spPr/>
    </dgm:pt>
    <dgm:pt modelId="{CA7BFC15-11A8-4936-A454-8ACD53557514}" type="pres">
      <dgm:prSet presAssocID="{523D8C2E-169D-4EED-A022-4AC85F66E06B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9CD611-B8A0-4761-8449-72B597B3B863}" type="pres">
      <dgm:prSet presAssocID="{523D8C2E-169D-4EED-A022-4AC85F66E06B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0B3C1D-256D-49AE-B3C4-912C9B59E48B}" type="pres">
      <dgm:prSet presAssocID="{6C8AC583-108C-4B4E-A936-6E6F23D44224}" presName="sp" presStyleCnt="0"/>
      <dgm:spPr/>
    </dgm:pt>
    <dgm:pt modelId="{2BD30281-7488-4BB6-8D89-95A1199AC32C}" type="pres">
      <dgm:prSet presAssocID="{0B6DB1F4-B27B-45C4-9A8C-3859102A8FD1}" presName="composite" presStyleCnt="0"/>
      <dgm:spPr/>
    </dgm:pt>
    <dgm:pt modelId="{015D9548-50DC-40D8-9D70-7CCB2F9D67D5}" type="pres">
      <dgm:prSet presAssocID="{0B6DB1F4-B27B-45C4-9A8C-3859102A8FD1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32C27B1-72AE-4C49-BE8B-D76F58F4D390}" type="pres">
      <dgm:prSet presAssocID="{0B6DB1F4-B27B-45C4-9A8C-3859102A8FD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BE564B2-A965-496B-A2A9-DFA65B8EF335}" srcId="{27D55E0B-E872-4C38-B348-2082C2CEF251}" destId="{DF29B066-AFA0-41A1-8B4D-CE2DF15A2EA4}" srcOrd="0" destOrd="0" parTransId="{D476E559-8CD8-4976-A927-6E9AEBAF8370}" sibTransId="{88E4B9C9-9D66-4E52-B997-6701A1D37D68}"/>
    <dgm:cxn modelId="{9E99EC60-2E77-40BD-82B3-C8F4A0471720}" type="presOf" srcId="{2A1B2071-4F14-47F0-A1EB-686A4D9D97E7}" destId="{FF9CD611-B8A0-4761-8449-72B597B3B863}" srcOrd="0" destOrd="0" presId="urn:microsoft.com/office/officeart/2005/8/layout/chevron2"/>
    <dgm:cxn modelId="{D09276A1-DCC3-40D0-8845-75474F0994BF}" type="presOf" srcId="{88B27CBB-696C-420B-8C74-BF8C30746382}" destId="{08D9E599-196A-4A72-84D8-21C423A58EFE}" srcOrd="0" destOrd="3" presId="urn:microsoft.com/office/officeart/2005/8/layout/chevron2"/>
    <dgm:cxn modelId="{742350B7-E76E-43B8-B822-A3CDB67C8700}" srcId="{0B6DB1F4-B27B-45C4-9A8C-3859102A8FD1}" destId="{36A06182-EE79-4830-AF19-7B97753E2BFE}" srcOrd="0" destOrd="0" parTransId="{CD494188-EBEC-4625-9D72-93C57C52651F}" sibTransId="{33C13602-6C03-44A8-9BDF-6B0EA3578B87}"/>
    <dgm:cxn modelId="{C4BE3418-FA9C-49D1-8FE6-776724CB0707}" type="presOf" srcId="{523D8C2E-169D-4EED-A022-4AC85F66E06B}" destId="{CA7BFC15-11A8-4936-A454-8ACD53557514}" srcOrd="0" destOrd="0" presId="urn:microsoft.com/office/officeart/2005/8/layout/chevron2"/>
    <dgm:cxn modelId="{E04E82FC-444B-4812-A84A-557DF8E3EAC7}" type="presOf" srcId="{F3FE0F5E-7175-4FFD-81CA-291BA610E616}" destId="{FF9CD611-B8A0-4761-8449-72B597B3B863}" srcOrd="0" destOrd="1" presId="urn:microsoft.com/office/officeart/2005/8/layout/chevron2"/>
    <dgm:cxn modelId="{76DB137C-7CBB-4143-806F-06D8682FFBA9}" srcId="{523D8C2E-169D-4EED-A022-4AC85F66E06B}" destId="{F3FE0F5E-7175-4FFD-81CA-291BA610E616}" srcOrd="1" destOrd="0" parTransId="{173D0D4C-12ED-4E9E-A4C4-E74304450D29}" sibTransId="{62FCE787-9CA1-413B-AED4-73B9457929FA}"/>
    <dgm:cxn modelId="{FD6A9191-6B0A-410F-9C3B-8FDAFA13F9DE}" srcId="{27D55E0B-E872-4C38-B348-2082C2CEF251}" destId="{523D8C2E-169D-4EED-A022-4AC85F66E06B}" srcOrd="1" destOrd="0" parTransId="{89D1AC1F-1E21-4803-A62B-71C8EF699D41}" sibTransId="{6C8AC583-108C-4B4E-A936-6E6F23D44224}"/>
    <dgm:cxn modelId="{FE926DB5-FE5E-4640-809A-E9519B08D8DC}" srcId="{DF29B066-AFA0-41A1-8B4D-CE2DF15A2EA4}" destId="{55879B00-881F-49EF-9EAC-C812C6C24A83}" srcOrd="2" destOrd="0" parTransId="{6846631B-5D5C-4779-8F89-E4216576E6C6}" sibTransId="{072554B8-F2EB-45DB-BAFE-E3AE1DDD0CBA}"/>
    <dgm:cxn modelId="{2A33E78E-F640-4F08-8339-69265319E336}" type="presOf" srcId="{27D55E0B-E872-4C38-B348-2082C2CEF251}" destId="{AAE4234C-9B30-4B5E-BF1D-A2EA83C99E56}" srcOrd="0" destOrd="0" presId="urn:microsoft.com/office/officeart/2005/8/layout/chevron2"/>
    <dgm:cxn modelId="{3C04374F-922C-4B48-9896-3AA7D951F2A6}" type="presOf" srcId="{55879B00-881F-49EF-9EAC-C812C6C24A83}" destId="{08D9E599-196A-4A72-84D8-21C423A58EFE}" srcOrd="0" destOrd="2" presId="urn:microsoft.com/office/officeart/2005/8/layout/chevron2"/>
    <dgm:cxn modelId="{3FE66670-1CCA-4B89-A30D-66EFDB062D72}" type="presOf" srcId="{DF29B066-AFA0-41A1-8B4D-CE2DF15A2EA4}" destId="{7555A298-D1E6-42B1-B6BE-50BB7D45720C}" srcOrd="0" destOrd="0" presId="urn:microsoft.com/office/officeart/2005/8/layout/chevron2"/>
    <dgm:cxn modelId="{236706A4-B006-4C9A-B595-9F097B347EA4}" srcId="{27D55E0B-E872-4C38-B348-2082C2CEF251}" destId="{0B6DB1F4-B27B-45C4-9A8C-3859102A8FD1}" srcOrd="2" destOrd="0" parTransId="{49B6DF44-A34E-45AF-B21C-CC787F100AF7}" sibTransId="{1AEBAFA7-7C45-498D-A0AA-7560BE5D5E24}"/>
    <dgm:cxn modelId="{769A6759-BA86-4C2A-BD8D-D6A0D16C88B1}" srcId="{DF29B066-AFA0-41A1-8B4D-CE2DF15A2EA4}" destId="{48BA5109-4DD9-43EC-91CB-D13D2F7CB32A}" srcOrd="1" destOrd="0" parTransId="{5D86E95B-4E2E-4C32-80BC-D652331ABD2F}" sibTransId="{46B03E96-47E7-4F0A-9AAD-1E7875A622F4}"/>
    <dgm:cxn modelId="{B3C0D8B4-F82A-4660-A32F-5645E3D5B75B}" srcId="{523D8C2E-169D-4EED-A022-4AC85F66E06B}" destId="{2A1B2071-4F14-47F0-A1EB-686A4D9D97E7}" srcOrd="0" destOrd="0" parTransId="{9A2D9B85-2377-4115-B021-F850F711C7D8}" sibTransId="{D42B96E7-2A84-49BF-8A0D-8DC935A8CBE9}"/>
    <dgm:cxn modelId="{D69C09EC-868C-46F1-ABB2-DDDFD951C174}" srcId="{DF29B066-AFA0-41A1-8B4D-CE2DF15A2EA4}" destId="{88B27CBB-696C-420B-8C74-BF8C30746382}" srcOrd="3" destOrd="0" parTransId="{32A5671F-0F32-46BF-A69A-89E1EC241A1E}" sibTransId="{676ED347-96E4-47D9-A4D0-0F27312B1380}"/>
    <dgm:cxn modelId="{65593E33-ACB2-4544-BD35-2868B3A1CFE2}" type="presOf" srcId="{36A06182-EE79-4830-AF19-7B97753E2BFE}" destId="{432C27B1-72AE-4C49-BE8B-D76F58F4D390}" srcOrd="0" destOrd="0" presId="urn:microsoft.com/office/officeart/2005/8/layout/chevron2"/>
    <dgm:cxn modelId="{D4B31E56-76D1-4012-BE95-6B466A68F706}" type="presOf" srcId="{48BA5109-4DD9-43EC-91CB-D13D2F7CB32A}" destId="{08D9E599-196A-4A72-84D8-21C423A58EFE}" srcOrd="0" destOrd="1" presId="urn:microsoft.com/office/officeart/2005/8/layout/chevron2"/>
    <dgm:cxn modelId="{F339F405-0ED7-4C36-A973-9345A8A22F59}" type="presOf" srcId="{0B6DB1F4-B27B-45C4-9A8C-3859102A8FD1}" destId="{015D9548-50DC-40D8-9D70-7CCB2F9D67D5}" srcOrd="0" destOrd="0" presId="urn:microsoft.com/office/officeart/2005/8/layout/chevron2"/>
    <dgm:cxn modelId="{A370ECA4-B225-4E4A-9F1F-83CB102A5251}" type="presOf" srcId="{41CF93F7-1E02-4E3F-9B1C-91613583340D}" destId="{08D9E599-196A-4A72-84D8-21C423A58EFE}" srcOrd="0" destOrd="0" presId="urn:microsoft.com/office/officeart/2005/8/layout/chevron2"/>
    <dgm:cxn modelId="{7B96BE1F-FE88-412A-B46D-8CB7A24AE215}" srcId="{DF29B066-AFA0-41A1-8B4D-CE2DF15A2EA4}" destId="{41CF93F7-1E02-4E3F-9B1C-91613583340D}" srcOrd="0" destOrd="0" parTransId="{55BDB28B-B311-402E-BF37-19FAE5C7DA8E}" sibTransId="{6CF40CB1-25A6-4709-92A7-5FA2BDFF53F5}"/>
    <dgm:cxn modelId="{FA8799BB-54C9-4EE1-A12D-396B9F905DE6}" type="presParOf" srcId="{AAE4234C-9B30-4B5E-BF1D-A2EA83C99E56}" destId="{025E3745-B708-48F0-BA7B-0590C99C51E1}" srcOrd="0" destOrd="0" presId="urn:microsoft.com/office/officeart/2005/8/layout/chevron2"/>
    <dgm:cxn modelId="{36F95D0B-DC83-4239-9F81-AF2A31FFFF50}" type="presParOf" srcId="{025E3745-B708-48F0-BA7B-0590C99C51E1}" destId="{7555A298-D1E6-42B1-B6BE-50BB7D45720C}" srcOrd="0" destOrd="0" presId="urn:microsoft.com/office/officeart/2005/8/layout/chevron2"/>
    <dgm:cxn modelId="{34DB8BB2-67A9-4E04-92AE-C867B6CF165D}" type="presParOf" srcId="{025E3745-B708-48F0-BA7B-0590C99C51E1}" destId="{08D9E599-196A-4A72-84D8-21C423A58EFE}" srcOrd="1" destOrd="0" presId="urn:microsoft.com/office/officeart/2005/8/layout/chevron2"/>
    <dgm:cxn modelId="{2CEA12E6-2B8C-4534-8149-EBDC4D0335FA}" type="presParOf" srcId="{AAE4234C-9B30-4B5E-BF1D-A2EA83C99E56}" destId="{A286CB81-3798-4A5D-8130-D13993A64FBD}" srcOrd="1" destOrd="0" presId="urn:microsoft.com/office/officeart/2005/8/layout/chevron2"/>
    <dgm:cxn modelId="{9B5522AD-81B0-40C3-A2AB-3CD73993EFFA}" type="presParOf" srcId="{AAE4234C-9B30-4B5E-BF1D-A2EA83C99E56}" destId="{831DC854-6924-4C0E-94E4-2B145B2EC9B2}" srcOrd="2" destOrd="0" presId="urn:microsoft.com/office/officeart/2005/8/layout/chevron2"/>
    <dgm:cxn modelId="{5B087168-0093-4507-AD13-F9B69CF4B2CC}" type="presParOf" srcId="{831DC854-6924-4C0E-94E4-2B145B2EC9B2}" destId="{CA7BFC15-11A8-4936-A454-8ACD53557514}" srcOrd="0" destOrd="0" presId="urn:microsoft.com/office/officeart/2005/8/layout/chevron2"/>
    <dgm:cxn modelId="{7790EF3A-1668-43A9-A5A0-678E57A5CB1D}" type="presParOf" srcId="{831DC854-6924-4C0E-94E4-2B145B2EC9B2}" destId="{FF9CD611-B8A0-4761-8449-72B597B3B863}" srcOrd="1" destOrd="0" presId="urn:microsoft.com/office/officeart/2005/8/layout/chevron2"/>
    <dgm:cxn modelId="{CDDC1902-0E20-4460-9995-BBF1F031B61F}" type="presParOf" srcId="{AAE4234C-9B30-4B5E-BF1D-A2EA83C99E56}" destId="{960B3C1D-256D-49AE-B3C4-912C9B59E48B}" srcOrd="3" destOrd="0" presId="urn:microsoft.com/office/officeart/2005/8/layout/chevron2"/>
    <dgm:cxn modelId="{8FCC10F1-8E96-4EAB-B87C-C9A5D6B8A435}" type="presParOf" srcId="{AAE4234C-9B30-4B5E-BF1D-A2EA83C99E56}" destId="{2BD30281-7488-4BB6-8D89-95A1199AC32C}" srcOrd="4" destOrd="0" presId="urn:microsoft.com/office/officeart/2005/8/layout/chevron2"/>
    <dgm:cxn modelId="{BA7B5898-5982-472A-97E8-30985A731225}" type="presParOf" srcId="{2BD30281-7488-4BB6-8D89-95A1199AC32C}" destId="{015D9548-50DC-40D8-9D70-7CCB2F9D67D5}" srcOrd="0" destOrd="0" presId="urn:microsoft.com/office/officeart/2005/8/layout/chevron2"/>
    <dgm:cxn modelId="{A2FB2BFD-F094-4E59-B3D3-D1266B2F6766}" type="presParOf" srcId="{2BD30281-7488-4BB6-8D89-95A1199AC32C}" destId="{432C27B1-72AE-4C49-BE8B-D76F58F4D39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EFC81-88DC-4054-B891-BFF563E11994}">
      <dsp:nvSpPr>
        <dsp:cNvPr id="0" name=""/>
        <dsp:cNvSpPr/>
      </dsp:nvSpPr>
      <dsp:spPr>
        <a:xfrm rot="5400000">
          <a:off x="-270651" y="285233"/>
          <a:ext cx="1898333" cy="132883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Цель:</a:t>
          </a:r>
          <a:endParaRPr lang="ru-RU" sz="2800" kern="1200" dirty="0"/>
        </a:p>
      </dsp:txBody>
      <dsp:txXfrm rot="-5400000">
        <a:off x="14100" y="664900"/>
        <a:ext cx="1328833" cy="569500"/>
      </dsp:txXfrm>
    </dsp:sp>
    <dsp:sp modelId="{275EA5E1-5EA7-4002-81F9-EFE0C10D413B}">
      <dsp:nvSpPr>
        <dsp:cNvPr id="0" name=""/>
        <dsp:cNvSpPr/>
      </dsp:nvSpPr>
      <dsp:spPr>
        <a:xfrm rot="5400000">
          <a:off x="3349458" y="-2020145"/>
          <a:ext cx="1233917" cy="52751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Изучение службы каталогов </a:t>
          </a:r>
          <a:r>
            <a:rPr lang="en-US" sz="1800" kern="1200" dirty="0" smtClean="0"/>
            <a:t>Active Directory</a:t>
          </a:r>
          <a:endParaRPr lang="ru-RU" sz="1800" kern="1200" dirty="0"/>
        </a:p>
      </dsp:txBody>
      <dsp:txXfrm rot="-5400000">
        <a:off x="1328834" y="60714"/>
        <a:ext cx="5214931" cy="1113447"/>
      </dsp:txXfrm>
    </dsp:sp>
    <dsp:sp modelId="{76713C0F-A75F-4FD9-84D1-526FE1AA06E3}">
      <dsp:nvSpPr>
        <dsp:cNvPr id="0" name=""/>
        <dsp:cNvSpPr/>
      </dsp:nvSpPr>
      <dsp:spPr>
        <a:xfrm rot="5400000">
          <a:off x="-504282" y="2150873"/>
          <a:ext cx="2337399" cy="1328833"/>
        </a:xfrm>
        <a:prstGeom prst="chevr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Задачи:</a:t>
          </a:r>
          <a:endParaRPr lang="ru-RU" sz="2800" kern="1200" dirty="0"/>
        </a:p>
      </dsp:txBody>
      <dsp:txXfrm rot="-5400000">
        <a:off x="2" y="2311007"/>
        <a:ext cx="1328833" cy="1008566"/>
      </dsp:txXfrm>
    </dsp:sp>
    <dsp:sp modelId="{09374047-5ECB-4959-BAAD-A4A083AA0572}">
      <dsp:nvSpPr>
        <dsp:cNvPr id="0" name=""/>
        <dsp:cNvSpPr/>
      </dsp:nvSpPr>
      <dsp:spPr>
        <a:xfrm rot="5400000">
          <a:off x="3163352" y="-154500"/>
          <a:ext cx="1606128" cy="52751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рассмотреть функции и структуру </a:t>
          </a:r>
          <a:r>
            <a:rPr lang="en-US" sz="1800" kern="1200" dirty="0" smtClean="0"/>
            <a:t>Active Directory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установить  </a:t>
          </a:r>
          <a:r>
            <a:rPr lang="en-US" sz="1800" kern="1200" dirty="0" smtClean="0"/>
            <a:t>Active Directory</a:t>
          </a:r>
          <a:r>
            <a:rPr lang="ru-RU" sz="1800" kern="1200" dirty="0" smtClean="0"/>
            <a:t> на ОС </a:t>
          </a:r>
          <a:r>
            <a:rPr lang="en-US" sz="1800" kern="1200" dirty="0" smtClean="0"/>
            <a:t>Windows</a:t>
          </a:r>
          <a:r>
            <a:rPr lang="ru-RU" sz="1800" kern="1200" dirty="0" smtClean="0"/>
            <a:t> 2008/2008 </a:t>
          </a:r>
          <a:r>
            <a:rPr lang="en-US" sz="1800" kern="1200" dirty="0" smtClean="0"/>
            <a:t>R</a:t>
          </a:r>
          <a:r>
            <a:rPr lang="ru-RU" sz="1800" kern="1200" dirty="0" smtClean="0"/>
            <a:t>2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/>
            <a:t>дополнительно рассмотреть настройку интернет магазина </a:t>
          </a:r>
          <a:r>
            <a:rPr lang="en-US" sz="1800" kern="1200" dirty="0" err="1" smtClean="0"/>
            <a:t>Wordpress</a:t>
          </a:r>
          <a:endParaRPr lang="ru-RU" sz="1800" kern="1200" dirty="0"/>
        </a:p>
      </dsp:txBody>
      <dsp:txXfrm rot="-5400000">
        <a:off x="1328834" y="1758423"/>
        <a:ext cx="5196761" cy="1449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946A2-0FBB-4EA7-96FB-87285B4B574A}">
      <dsp:nvSpPr>
        <dsp:cNvPr id="0" name=""/>
        <dsp:cNvSpPr/>
      </dsp:nvSpPr>
      <dsp:spPr>
        <a:xfrm>
          <a:off x="443176" y="0"/>
          <a:ext cx="3772969" cy="3772969"/>
        </a:xfrm>
        <a:prstGeom prst="ellipse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Active Directory</a:t>
          </a:r>
          <a:endParaRPr lang="ru-RU" sz="1600" b="1" kern="1200" dirty="0"/>
        </a:p>
      </dsp:txBody>
      <dsp:txXfrm>
        <a:off x="1802199" y="188648"/>
        <a:ext cx="1054922" cy="565945"/>
      </dsp:txXfrm>
    </dsp:sp>
    <dsp:sp modelId="{63D0B32A-DA82-4BA2-A3DA-3D39CE17ADD3}">
      <dsp:nvSpPr>
        <dsp:cNvPr id="0" name=""/>
        <dsp:cNvSpPr/>
      </dsp:nvSpPr>
      <dsp:spPr>
        <a:xfrm>
          <a:off x="820473" y="754593"/>
          <a:ext cx="3018375" cy="3018375"/>
        </a:xfrm>
        <a:prstGeom prst="ellipse">
          <a:avLst/>
        </a:prstGeom>
        <a:solidFill>
          <a:schemeClr val="accent2">
            <a:shade val="80000"/>
            <a:hueOff val="-11957"/>
            <a:satOff val="-1341"/>
            <a:lumOff val="856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/>
            <a:t>Леса</a:t>
          </a:r>
          <a:endParaRPr lang="ru-RU" sz="1700" b="1" kern="1200" dirty="0"/>
        </a:p>
      </dsp:txBody>
      <dsp:txXfrm>
        <a:off x="1802199" y="935696"/>
        <a:ext cx="1054922" cy="543307"/>
      </dsp:txXfrm>
    </dsp:sp>
    <dsp:sp modelId="{B3E562EA-D820-4A91-A1E7-EFF2597C91CE}">
      <dsp:nvSpPr>
        <dsp:cNvPr id="0" name=""/>
        <dsp:cNvSpPr/>
      </dsp:nvSpPr>
      <dsp:spPr>
        <a:xfrm>
          <a:off x="1197770" y="1509187"/>
          <a:ext cx="2263781" cy="2263781"/>
        </a:xfrm>
        <a:prstGeom prst="ellipse">
          <a:avLst/>
        </a:prstGeom>
        <a:solidFill>
          <a:schemeClr val="accent2">
            <a:shade val="80000"/>
            <a:hueOff val="-23915"/>
            <a:satOff val="-2683"/>
            <a:lumOff val="1712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/>
            <a:t>Деревья</a:t>
          </a:r>
          <a:endParaRPr lang="ru-RU" sz="1700" b="1" kern="1200" dirty="0"/>
        </a:p>
      </dsp:txBody>
      <dsp:txXfrm>
        <a:off x="1802199" y="1678971"/>
        <a:ext cx="1054922" cy="509350"/>
      </dsp:txXfrm>
    </dsp:sp>
    <dsp:sp modelId="{A87AE1B9-58FA-4C59-B5B8-D6D99FBBF05B}">
      <dsp:nvSpPr>
        <dsp:cNvPr id="0" name=""/>
        <dsp:cNvSpPr/>
      </dsp:nvSpPr>
      <dsp:spPr>
        <a:xfrm>
          <a:off x="1575067" y="2263781"/>
          <a:ext cx="1509187" cy="1509187"/>
        </a:xfrm>
        <a:prstGeom prst="ellipse">
          <a:avLst/>
        </a:prstGeom>
        <a:solidFill>
          <a:schemeClr val="accent2">
            <a:shade val="80000"/>
            <a:hueOff val="-35872"/>
            <a:satOff val="-4024"/>
            <a:lumOff val="2568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b="1" kern="1200" dirty="0" smtClean="0"/>
            <a:t>Домены</a:t>
          </a:r>
          <a:endParaRPr lang="ru-RU" sz="1700" b="1" kern="1200" dirty="0"/>
        </a:p>
      </dsp:txBody>
      <dsp:txXfrm>
        <a:off x="1796082" y="2641078"/>
        <a:ext cx="1067156" cy="754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1CEA49-DF96-4200-B972-A8C9CA041AFC}">
      <dsp:nvSpPr>
        <dsp:cNvPr id="0" name=""/>
        <dsp:cNvSpPr/>
      </dsp:nvSpPr>
      <dsp:spPr>
        <a:xfrm>
          <a:off x="71455" y="0"/>
          <a:ext cx="4286260" cy="4966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Active Directory </a:t>
          </a:r>
          <a:r>
            <a:rPr lang="ru-RU" sz="2400" kern="1200" dirty="0" smtClean="0"/>
            <a:t>позволяет:</a:t>
          </a:r>
          <a:endParaRPr lang="ru-RU" sz="2400" kern="1200" dirty="0"/>
        </a:p>
      </dsp:txBody>
      <dsp:txXfrm>
        <a:off x="95699" y="24244"/>
        <a:ext cx="4237772" cy="448157"/>
      </dsp:txXfrm>
    </dsp:sp>
    <dsp:sp modelId="{97491E67-C62B-4D1E-9602-A9A5EFD25D09}">
      <dsp:nvSpPr>
        <dsp:cNvPr id="0" name=""/>
        <dsp:cNvSpPr/>
      </dsp:nvSpPr>
      <dsp:spPr>
        <a:xfrm>
          <a:off x="71455" y="571503"/>
          <a:ext cx="4317959" cy="2770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67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smtClean="0"/>
            <a:t>Настроить пользовательскую рабочую среду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smtClean="0"/>
            <a:t>Разворачивать ПО на множестве компьютеров через групповые политики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smtClean="0"/>
            <a:t>Устанавливать обновления ПО на всех компьютерах в сети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800" kern="1200" dirty="0" smtClean="0"/>
            <a:t>Хранить данные и настройки среды в централизованной базе данных</a:t>
          </a: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ru-RU" sz="1800" kern="1200" dirty="0"/>
        </a:p>
      </dsp:txBody>
      <dsp:txXfrm>
        <a:off x="71455" y="571503"/>
        <a:ext cx="4317959" cy="27709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5A298-D1E6-42B1-B6BE-50BB7D45720C}">
      <dsp:nvSpPr>
        <dsp:cNvPr id="0" name=""/>
        <dsp:cNvSpPr/>
      </dsp:nvSpPr>
      <dsp:spPr>
        <a:xfrm rot="5400000">
          <a:off x="-187451" y="191107"/>
          <a:ext cx="1249675" cy="8747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1</a:t>
          </a:r>
          <a:endParaRPr lang="ru-RU" sz="2400" kern="1200" dirty="0"/>
        </a:p>
      </dsp:txBody>
      <dsp:txXfrm rot="-5400000">
        <a:off x="1" y="441043"/>
        <a:ext cx="874773" cy="374902"/>
      </dsp:txXfrm>
    </dsp:sp>
    <dsp:sp modelId="{08D9E599-196A-4A72-84D8-21C423A58EFE}">
      <dsp:nvSpPr>
        <dsp:cNvPr id="0" name=""/>
        <dsp:cNvSpPr/>
      </dsp:nvSpPr>
      <dsp:spPr>
        <a:xfrm rot="5400000">
          <a:off x="2031505" y="-1154546"/>
          <a:ext cx="812289" cy="3125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«Пуск»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«Администрирование»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«Диспетчер сервера»</a:t>
          </a:r>
          <a:endParaRPr lang="ru-RU" sz="1600" kern="1200" dirty="0"/>
        </a:p>
      </dsp:txBody>
      <dsp:txXfrm rot="-5400000">
        <a:off x="874773" y="41839"/>
        <a:ext cx="3086101" cy="732983"/>
      </dsp:txXfrm>
    </dsp:sp>
    <dsp:sp modelId="{CA7BFC15-11A8-4936-A454-8ACD53557514}">
      <dsp:nvSpPr>
        <dsp:cNvPr id="0" name=""/>
        <dsp:cNvSpPr/>
      </dsp:nvSpPr>
      <dsp:spPr>
        <a:xfrm rot="5400000">
          <a:off x="-187451" y="1241406"/>
          <a:ext cx="1249675" cy="8747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2</a:t>
          </a:r>
          <a:endParaRPr lang="ru-RU" sz="2400" kern="1200" dirty="0"/>
        </a:p>
      </dsp:txBody>
      <dsp:txXfrm rot="-5400000">
        <a:off x="1" y="1491342"/>
        <a:ext cx="874773" cy="374902"/>
      </dsp:txXfrm>
    </dsp:sp>
    <dsp:sp modelId="{FF9CD611-B8A0-4761-8449-72B597B3B863}">
      <dsp:nvSpPr>
        <dsp:cNvPr id="0" name=""/>
        <dsp:cNvSpPr/>
      </dsp:nvSpPr>
      <dsp:spPr>
        <a:xfrm rot="5400000">
          <a:off x="2031505" y="-102777"/>
          <a:ext cx="812289" cy="3125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«Роли»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«Добавить роли»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«Далее»</a:t>
          </a:r>
          <a:endParaRPr lang="ru-RU" sz="1600" kern="1200" dirty="0"/>
        </a:p>
      </dsp:txBody>
      <dsp:txXfrm rot="-5400000">
        <a:off x="874773" y="1093608"/>
        <a:ext cx="3086101" cy="732983"/>
      </dsp:txXfrm>
    </dsp:sp>
    <dsp:sp modelId="{015D9548-50DC-40D8-9D70-7CCB2F9D67D5}">
      <dsp:nvSpPr>
        <dsp:cNvPr id="0" name=""/>
        <dsp:cNvSpPr/>
      </dsp:nvSpPr>
      <dsp:spPr>
        <a:xfrm rot="5400000">
          <a:off x="-187451" y="2291705"/>
          <a:ext cx="1249675" cy="8747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3</a:t>
          </a:r>
          <a:endParaRPr lang="ru-RU" sz="2400" kern="1200" dirty="0"/>
        </a:p>
      </dsp:txBody>
      <dsp:txXfrm rot="-5400000">
        <a:off x="1" y="2541641"/>
        <a:ext cx="874773" cy="374902"/>
      </dsp:txXfrm>
    </dsp:sp>
    <dsp:sp modelId="{432C27B1-72AE-4C49-BE8B-D76F58F4D390}">
      <dsp:nvSpPr>
        <dsp:cNvPr id="0" name=""/>
        <dsp:cNvSpPr/>
      </dsp:nvSpPr>
      <dsp:spPr>
        <a:xfrm rot="5400000">
          <a:off x="2031505" y="947520"/>
          <a:ext cx="812289" cy="312575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«Доменные службы </a:t>
          </a:r>
          <a:r>
            <a:rPr lang="ru-RU" sz="1600" kern="1200" dirty="0" err="1" smtClean="0"/>
            <a:t>Active</a:t>
          </a:r>
          <a:r>
            <a:rPr lang="ru-RU" sz="1600" kern="1200" dirty="0" smtClean="0"/>
            <a:t> </a:t>
          </a:r>
          <a:r>
            <a:rPr lang="ru-RU" sz="1600" kern="1200" dirty="0" err="1" smtClean="0"/>
            <a:t>Directory</a:t>
          </a:r>
          <a:r>
            <a:rPr lang="ru-RU" sz="1600" kern="1200" dirty="0" smtClean="0"/>
            <a:t>»</a:t>
          </a:r>
          <a:endParaRPr lang="ru-RU" sz="1600" kern="1200" dirty="0"/>
        </a:p>
      </dsp:txBody>
      <dsp:txXfrm rot="-5400000">
        <a:off x="874773" y="2143906"/>
        <a:ext cx="3086101" cy="732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5A298-D1E6-42B1-B6BE-50BB7D45720C}">
      <dsp:nvSpPr>
        <dsp:cNvPr id="0" name=""/>
        <dsp:cNvSpPr/>
      </dsp:nvSpPr>
      <dsp:spPr>
        <a:xfrm rot="5400000">
          <a:off x="-295225" y="297302"/>
          <a:ext cx="1477468" cy="887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1</a:t>
          </a:r>
          <a:endParaRPr lang="ru-RU" sz="2400" kern="1200" dirty="0"/>
        </a:p>
      </dsp:txBody>
      <dsp:txXfrm rot="-5400000">
        <a:off x="0" y="445586"/>
        <a:ext cx="887018" cy="590450"/>
      </dsp:txXfrm>
    </dsp:sp>
    <dsp:sp modelId="{08D9E599-196A-4A72-84D8-21C423A58EFE}">
      <dsp:nvSpPr>
        <dsp:cNvPr id="0" name=""/>
        <dsp:cNvSpPr/>
      </dsp:nvSpPr>
      <dsp:spPr>
        <a:xfrm rot="5400000">
          <a:off x="2317083" y="-1396378"/>
          <a:ext cx="967759" cy="3827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«Пуск»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«Выполнить»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Вводим команду </a:t>
          </a:r>
          <a:r>
            <a:rPr lang="ru-RU" sz="1600" kern="1200" dirty="0" err="1" smtClean="0"/>
            <a:t>dcpromo.exe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«Далее»</a:t>
          </a:r>
          <a:endParaRPr lang="ru-RU" sz="1600" kern="1200" dirty="0"/>
        </a:p>
      </dsp:txBody>
      <dsp:txXfrm rot="-5400000">
        <a:off x="887018" y="80929"/>
        <a:ext cx="3780647" cy="873275"/>
      </dsp:txXfrm>
    </dsp:sp>
    <dsp:sp modelId="{CA7BFC15-11A8-4936-A454-8ACD53557514}">
      <dsp:nvSpPr>
        <dsp:cNvPr id="0" name=""/>
        <dsp:cNvSpPr/>
      </dsp:nvSpPr>
      <dsp:spPr>
        <a:xfrm rot="5400000">
          <a:off x="-190075" y="1483309"/>
          <a:ext cx="1267169" cy="887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2</a:t>
          </a:r>
          <a:endParaRPr lang="ru-RU" sz="2400" kern="1200" dirty="0"/>
        </a:p>
      </dsp:txBody>
      <dsp:txXfrm rot="-5400000">
        <a:off x="1" y="1736742"/>
        <a:ext cx="887018" cy="380151"/>
      </dsp:txXfrm>
    </dsp:sp>
    <dsp:sp modelId="{FF9CD611-B8A0-4761-8449-72B597B3B863}">
      <dsp:nvSpPr>
        <dsp:cNvPr id="0" name=""/>
        <dsp:cNvSpPr/>
      </dsp:nvSpPr>
      <dsp:spPr>
        <a:xfrm rot="5400000">
          <a:off x="2389133" y="-208880"/>
          <a:ext cx="823660" cy="3827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«Создать новый лес»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Создать имя нового домена</a:t>
          </a:r>
          <a:endParaRPr lang="ru-RU" sz="1600" kern="1200" dirty="0"/>
        </a:p>
      </dsp:txBody>
      <dsp:txXfrm rot="-5400000">
        <a:off x="887019" y="1333442"/>
        <a:ext cx="3787681" cy="743244"/>
      </dsp:txXfrm>
    </dsp:sp>
    <dsp:sp modelId="{015D9548-50DC-40D8-9D70-7CCB2F9D67D5}">
      <dsp:nvSpPr>
        <dsp:cNvPr id="0" name=""/>
        <dsp:cNvSpPr/>
      </dsp:nvSpPr>
      <dsp:spPr>
        <a:xfrm rot="5400000">
          <a:off x="-190075" y="2564166"/>
          <a:ext cx="1267169" cy="887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3</a:t>
          </a:r>
          <a:endParaRPr lang="ru-RU" sz="2400" kern="1200" dirty="0"/>
        </a:p>
      </dsp:txBody>
      <dsp:txXfrm rot="-5400000">
        <a:off x="1" y="2817599"/>
        <a:ext cx="887018" cy="380151"/>
      </dsp:txXfrm>
    </dsp:sp>
    <dsp:sp modelId="{432C27B1-72AE-4C49-BE8B-D76F58F4D390}">
      <dsp:nvSpPr>
        <dsp:cNvPr id="0" name=""/>
        <dsp:cNvSpPr/>
      </dsp:nvSpPr>
      <dsp:spPr>
        <a:xfrm rot="5400000">
          <a:off x="2389133" y="871976"/>
          <a:ext cx="823660" cy="382788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Режим работы леса: «</a:t>
          </a:r>
          <a:r>
            <a:rPr lang="ru-RU" sz="1600" kern="1200" dirty="0" err="1" smtClean="0"/>
            <a:t>Windows</a:t>
          </a:r>
          <a:r>
            <a:rPr lang="ru-RU" sz="1600" kern="1200" dirty="0" smtClean="0"/>
            <a:t> 2008 R2»</a:t>
          </a:r>
          <a:endParaRPr lang="ru-RU" sz="1600" kern="1200" dirty="0"/>
        </a:p>
      </dsp:txBody>
      <dsp:txXfrm rot="-5400000">
        <a:off x="887019" y="2414298"/>
        <a:ext cx="3787681" cy="743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9B8990E-3B3E-470C-8958-233E522FECC9}" type="datetimeFigureOut">
              <a:rPr lang="ru-RU"/>
              <a:pPr>
                <a:defRPr/>
              </a:pPr>
              <a:t>15.08.2023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36296E-98BF-4B9B-8059-9C7414FFD37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5171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2EA0C3-5CDA-41A3-9A60-09A360383839}" type="datetimeFigureOut">
              <a:rPr lang="ru-RU"/>
              <a:pPr>
                <a:defRPr/>
              </a:pPr>
              <a:t>15.08.2023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FBA0F1-03C0-4B41-9548-4203FD6773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5530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A302079-171C-453D-9B2E-9D046A51FD54}" type="slidenum">
              <a:rPr 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B91F5ED-342E-4C1E-A4A4-78675D20B5BB}" type="slidenum">
              <a:rPr 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102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74735BB-E79F-4315-999C-61FF99D4C77F}" type="slidenum">
              <a:rPr 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81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5B398E5-E398-4B42-BF99-CCF65880BACD}" type="slidenum">
              <a:rPr lang="ru-RU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72258-125E-4AB8-87CB-1581CA11EF86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D9868-23E8-4389-B0C2-502850B220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1855E-95A8-414E-88F1-18D4A67C7FE5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EC057-3FC8-4ED1-95DF-4B061820F5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B87D9-E8DE-4C63-A028-C2576B83AE08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12D7B-9D41-4566-93A3-BABEE63AF4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C0B94-B80F-4A98-87F5-99D60F3882E1}" type="datetime1">
              <a:rPr lang="ru-RU" smtClean="0"/>
              <a:t>15.08.2023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D7B28-30D4-433F-8244-E67A41C719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8CC43-6683-4764-921A-5A59B0753C7A}" type="datetime1">
              <a:rPr lang="ru-RU" smtClean="0"/>
              <a:t>15.08.2023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4A206-0FD7-4499-A607-200B0F58A2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9C333-93A1-4CF1-AFA5-DF23A49C4EE2}" type="datetime1">
              <a:rPr lang="ru-RU" smtClean="0"/>
              <a:t>15.08.2023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F2530-AFDD-4BB4-8BE5-1C7775C44B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175BD-F9EC-4676-B8F4-9FEF60D24DB1}" type="datetime1">
              <a:rPr lang="ru-RU" smtClean="0"/>
              <a:t>15.08.2023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24A30-3226-4A54-B3FD-C902850BA6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E1373-AA29-4221-B37C-003F8E6924A3}" type="datetime1">
              <a:rPr lang="ru-RU" smtClean="0"/>
              <a:t>15.08.2023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F9E1C-8366-4AF1-89E3-15D930ED6E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19FA-08A8-447D-B155-5824DE7C9E82}" type="datetime1">
              <a:rPr lang="ru-RU" smtClean="0"/>
              <a:t>15.08.2023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580F6-F03F-4073-8B57-4A47F111CD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D5A18-295A-4FAE-97B1-B72620AA033A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A623C-8058-4393-9A29-4A8F6BF136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D43F1-994C-41C8-A241-3ADC89E6E4C4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7E710-8C90-428F-90B2-35217C21F2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AA0A11E-9BEC-44CE-8582-C691D65318FB}" type="datetime1">
              <a:rPr lang="ru-RU" smtClean="0"/>
              <a:t>15.08.2023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5987FBE-E198-4921-9AFA-BD641B30DBC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52725"/>
            <a:ext cx="99060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666852" y="2928934"/>
            <a:ext cx="6715172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endParaRPr lang="ru-RU" sz="2800" dirty="0" smtClean="0">
              <a:solidFill>
                <a:schemeClr val="bg2"/>
              </a:solidFill>
              <a:latin typeface="+mj-lt"/>
            </a:endParaRPr>
          </a:p>
          <a:p>
            <a:pPr algn="ctr">
              <a:lnSpc>
                <a:spcPts val="2600"/>
              </a:lnSpc>
            </a:pPr>
            <a:r>
              <a:rPr lang="ru-RU" sz="2800" dirty="0" smtClean="0">
                <a:solidFill>
                  <a:schemeClr val="bg2"/>
                </a:solidFill>
                <a:latin typeface="+mj-lt"/>
              </a:rPr>
              <a:t>УСТАНОВКА</a:t>
            </a:r>
            <a:r>
              <a:rPr lang="ru-RU" sz="2800" dirty="0">
                <a:solidFill>
                  <a:schemeClr val="bg2"/>
                </a:solidFill>
                <a:latin typeface="+mj-lt"/>
              </a:rPr>
              <a:t>, НАСТРОЙКА И СОПРОВОЖДЕНИЕ ACTIVE </a:t>
            </a:r>
            <a:r>
              <a:rPr lang="ru-RU" sz="2800" dirty="0" smtClean="0">
                <a:solidFill>
                  <a:schemeClr val="bg2"/>
                </a:solidFill>
                <a:latin typeface="+mj-lt"/>
              </a:rPr>
              <a:t>DIRECTORY</a:t>
            </a:r>
            <a:endParaRPr lang="ru-RU" sz="2800" b="1" dirty="0">
              <a:solidFill>
                <a:schemeClr val="bg2"/>
              </a:solidFill>
              <a:latin typeface="+mj-lt"/>
              <a:cs typeface="Arial" charset="0"/>
            </a:endParaRPr>
          </a:p>
        </p:txBody>
      </p:sp>
      <p:sp>
        <p:nvSpPr>
          <p:cNvPr id="2052" name="TextBox 11"/>
          <p:cNvSpPr txBox="1">
            <a:spLocks noChangeArrowheads="1"/>
          </p:cNvSpPr>
          <p:nvPr/>
        </p:nvSpPr>
        <p:spPr bwMode="auto">
          <a:xfrm>
            <a:off x="3881430" y="6072206"/>
            <a:ext cx="2714644" cy="759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lang="ru-RU" dirty="0">
                <a:solidFill>
                  <a:schemeClr val="bg1"/>
                </a:solidFill>
                <a:latin typeface="+mn-lt"/>
                <a:cs typeface="Arial" charset="0"/>
              </a:rPr>
              <a:t>г</a:t>
            </a:r>
            <a:r>
              <a:rPr lang="ru-RU" dirty="0" smtClean="0">
                <a:solidFill>
                  <a:schemeClr val="bg1"/>
                </a:solidFill>
                <a:latin typeface="+mn-lt"/>
                <a:cs typeface="Arial" charset="0"/>
              </a:rPr>
              <a:t>. Владивосток</a:t>
            </a:r>
          </a:p>
          <a:p>
            <a:pPr algn="ctr">
              <a:lnSpc>
                <a:spcPts val="2600"/>
              </a:lnSpc>
            </a:pPr>
            <a:r>
              <a:rPr lang="en-US" dirty="0" smtClean="0">
                <a:solidFill>
                  <a:schemeClr val="bg1"/>
                </a:solidFill>
                <a:latin typeface="+mn-lt"/>
                <a:cs typeface="Arial" charset="0"/>
              </a:rPr>
              <a:t>20</a:t>
            </a:r>
            <a:r>
              <a:rPr lang="ru-RU" dirty="0" smtClean="0">
                <a:solidFill>
                  <a:schemeClr val="bg1"/>
                </a:solidFill>
                <a:latin typeface="+mn-lt"/>
                <a:cs typeface="Arial" charset="0"/>
              </a:rPr>
              <a:t>22</a:t>
            </a:r>
            <a:endParaRPr lang="ru-RU" dirty="0">
              <a:solidFill>
                <a:schemeClr val="bg1"/>
              </a:solidFill>
              <a:latin typeface="+mn-lt"/>
              <a:cs typeface="Arial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1633" y="0"/>
            <a:ext cx="21526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524636" y="4572008"/>
            <a:ext cx="3256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>
                <a:solidFill>
                  <a:schemeClr val="bg2"/>
                </a:solidFill>
                <a:latin typeface="+mn-lt"/>
              </a:rPr>
              <a:t>Выполнила студентка гр. Б8419</a:t>
            </a:r>
          </a:p>
          <a:p>
            <a:pPr algn="r"/>
            <a:r>
              <a:rPr lang="ru-RU" dirty="0" smtClean="0">
                <a:solidFill>
                  <a:schemeClr val="bg2"/>
                </a:solidFill>
                <a:latin typeface="+mn-lt"/>
              </a:rPr>
              <a:t>ФИО</a:t>
            </a:r>
            <a:endParaRPr lang="ru-RU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00872" y="26576"/>
            <a:ext cx="4718971" cy="1062096"/>
          </a:xfrm>
        </p:spPr>
        <p:txBody>
          <a:bodyPr/>
          <a:lstStyle/>
          <a:p>
            <a:r>
              <a:rPr lang="ru-RU" altLang="ru-RU" sz="2800" dirty="0" smtClean="0">
                <a:solidFill>
                  <a:schemeClr val="accent1"/>
                </a:solidFill>
              </a:rPr>
              <a:t>Институт математики и </a:t>
            </a:r>
          </a:p>
          <a:p>
            <a:r>
              <a:rPr lang="ru-RU" altLang="ru-RU" sz="2800" dirty="0" smtClean="0">
                <a:solidFill>
                  <a:schemeClr val="accent1"/>
                </a:solidFill>
              </a:rPr>
              <a:t>компьютерных технологий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 bwMode="auto">
          <a:xfrm>
            <a:off x="2643851" y="1602105"/>
            <a:ext cx="7257256" cy="903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buNone/>
            </a:pPr>
            <a:r>
              <a:rPr lang="ru-RU" sz="2800" dirty="0" smtClean="0">
                <a:solidFill>
                  <a:schemeClr val="accent1"/>
                </a:solidFill>
                <a:latin typeface="+mn-lt"/>
              </a:rPr>
              <a:t>Департамент </a:t>
            </a:r>
            <a:r>
              <a:rPr lang="ru-RU" sz="2800" dirty="0">
                <a:solidFill>
                  <a:schemeClr val="accent1"/>
                </a:solidFill>
                <a:latin typeface="+mn-lt"/>
              </a:rPr>
              <a:t>информационных и компьютерных систем </a:t>
            </a:r>
            <a:endParaRPr lang="ru-RU" altLang="ru-RU" sz="2800" dirty="0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238620" y="1214422"/>
            <a:ext cx="2010524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spc="-50" dirty="0" smtClean="0">
                <a:latin typeface="+mj-lt"/>
                <a:cs typeface="Arial" pitchFamily="34" charset="0"/>
              </a:rPr>
              <a:t>Введение</a:t>
            </a:r>
            <a:endParaRPr lang="ru-RU" sz="2800" b="1" spc="-50" dirty="0">
              <a:latin typeface="+mj-lt"/>
              <a:cs typeface="Arial" pitchFamily="34" charset="0"/>
            </a:endParaRPr>
          </a:p>
        </p:txBody>
      </p:sp>
      <p:graphicFrame>
        <p:nvGraphicFramePr>
          <p:cNvPr id="12" name="Схема 11"/>
          <p:cNvGraphicFramePr/>
          <p:nvPr>
            <p:extLst>
              <p:ext uri="{D42A27DB-BD31-4B8C-83A1-F6EECF244321}">
                <p14:modId xmlns:p14="http://schemas.microsoft.com/office/powerpoint/2010/main" val="4255411872"/>
              </p:ext>
            </p:extLst>
          </p:nvPr>
        </p:nvGraphicFramePr>
        <p:xfrm>
          <a:off x="1238224" y="1785926"/>
          <a:ext cx="6604000" cy="39872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ижний колонтитул 13"/>
          <p:cNvSpPr>
            <a:spLocks noGrp="1"/>
          </p:cNvSpPr>
          <p:nvPr>
            <p:ph type="ftr" sz="quarter" idx="11"/>
          </p:nvPr>
        </p:nvSpPr>
        <p:spPr>
          <a:xfrm>
            <a:off x="452406" y="6356350"/>
            <a:ext cx="6069044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8D9868-23E8-4389-B0C2-502850B220E3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52736" y="1214422"/>
            <a:ext cx="5816688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 smtClean="0"/>
              <a:t>Служба каталогов </a:t>
            </a:r>
            <a:r>
              <a:rPr lang="ru-RU" sz="2800" b="1" dirty="0" err="1"/>
              <a:t>Active</a:t>
            </a:r>
            <a:r>
              <a:rPr lang="ru-RU" sz="2800" b="1" dirty="0"/>
              <a:t> </a:t>
            </a:r>
            <a:r>
              <a:rPr lang="ru-RU" sz="2800" b="1" dirty="0" err="1"/>
              <a:t>Directory</a:t>
            </a:r>
            <a:endParaRPr lang="ru-RU" sz="2800" b="1" spc="-50" dirty="0">
              <a:latin typeface="+mj-lt"/>
              <a:cs typeface="Arial" pitchFamily="34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469853150"/>
              </p:ext>
            </p:extLst>
          </p:nvPr>
        </p:nvGraphicFramePr>
        <p:xfrm>
          <a:off x="4953000" y="1857364"/>
          <a:ext cx="4659322" cy="3772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Схема 13"/>
          <p:cNvGraphicFramePr/>
          <p:nvPr/>
        </p:nvGraphicFramePr>
        <p:xfrm>
          <a:off x="452406" y="2000240"/>
          <a:ext cx="66040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6" name="Нижний колонтитул 15"/>
          <p:cNvSpPr>
            <a:spLocks noGrp="1"/>
          </p:cNvSpPr>
          <p:nvPr>
            <p:ph type="ftr" sz="quarter" idx="11"/>
          </p:nvPr>
        </p:nvSpPr>
        <p:spPr>
          <a:xfrm>
            <a:off x="881034" y="6356350"/>
            <a:ext cx="5640416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Номер слайда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8D9868-23E8-4389-B0C2-502850B220E3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5546" y="1214422"/>
            <a:ext cx="5500726" cy="599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Установка и настройка </a:t>
            </a:r>
            <a:r>
              <a:rPr lang="en-US" sz="2400" b="1" dirty="0"/>
              <a:t>Active Directory </a:t>
            </a:r>
            <a:r>
              <a:rPr lang="ru-RU" sz="2400" b="1" dirty="0"/>
              <a:t>в </a:t>
            </a:r>
            <a:r>
              <a:rPr lang="en-US" sz="2400" b="1" dirty="0"/>
              <a:t>Windows</a:t>
            </a:r>
            <a:r>
              <a:rPr lang="ru-RU" sz="2400" b="1" dirty="0"/>
              <a:t> 2008/2008 </a:t>
            </a:r>
            <a:r>
              <a:rPr lang="en-US" sz="2400" b="1" dirty="0"/>
              <a:t>R</a:t>
            </a:r>
            <a:r>
              <a:rPr lang="ru-RU" sz="2400" b="1" dirty="0"/>
              <a:t>2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1496" y="1928802"/>
            <a:ext cx="521017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Схема 7"/>
          <p:cNvGraphicFramePr/>
          <p:nvPr/>
        </p:nvGraphicFramePr>
        <p:xfrm>
          <a:off x="238092" y="2214554"/>
          <a:ext cx="4000528" cy="3357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>
          <a:xfrm>
            <a:off x="595282" y="6356350"/>
            <a:ext cx="5926168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8818" y="2000240"/>
            <a:ext cx="33623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809860" y="1214422"/>
            <a:ext cx="5500726" cy="599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Установка и настройка </a:t>
            </a:r>
            <a:r>
              <a:rPr lang="en-US" sz="2400" b="1" dirty="0"/>
              <a:t>Active Directory </a:t>
            </a:r>
            <a:r>
              <a:rPr lang="ru-RU" sz="2400" b="1" dirty="0"/>
              <a:t>в </a:t>
            </a:r>
            <a:r>
              <a:rPr lang="en-US" sz="2400" b="1" dirty="0"/>
              <a:t>Windows</a:t>
            </a:r>
            <a:r>
              <a:rPr lang="ru-RU" sz="2400" b="1" dirty="0"/>
              <a:t> 2008/2008 </a:t>
            </a:r>
            <a:r>
              <a:rPr lang="en-US" sz="2400" b="1" dirty="0"/>
              <a:t>R</a:t>
            </a:r>
            <a:r>
              <a:rPr lang="ru-RU" sz="2400" b="1" dirty="0"/>
              <a:t>2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graphicFrame>
        <p:nvGraphicFramePr>
          <p:cNvPr id="7" name="Схема 6"/>
          <p:cNvGraphicFramePr/>
          <p:nvPr/>
        </p:nvGraphicFramePr>
        <p:xfrm>
          <a:off x="523844" y="2071678"/>
          <a:ext cx="4714908" cy="3643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595282" y="6356350"/>
            <a:ext cx="5926168" cy="365125"/>
          </a:xfrm>
        </p:spPr>
        <p:txBody>
          <a:bodyPr/>
          <a:lstStyle/>
          <a:p>
            <a:pPr>
              <a:defRPr/>
            </a:pPr>
            <a:r>
              <a:rPr lang="ru-RU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24108" y="1214422"/>
            <a:ext cx="5500726" cy="599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Установка и настройка </a:t>
            </a:r>
            <a:r>
              <a:rPr lang="en-US" sz="2400" b="1" dirty="0"/>
              <a:t>Active Directory </a:t>
            </a:r>
            <a:r>
              <a:rPr lang="ru-RU" sz="2400" b="1" dirty="0"/>
              <a:t>в </a:t>
            </a:r>
            <a:r>
              <a:rPr lang="en-US" sz="2400" b="1" dirty="0"/>
              <a:t>Windows</a:t>
            </a:r>
            <a:r>
              <a:rPr lang="ru-RU" sz="2400" b="1" dirty="0"/>
              <a:t> 2008/2008 </a:t>
            </a:r>
            <a:r>
              <a:rPr lang="en-US" sz="2400" b="1" dirty="0"/>
              <a:t>R</a:t>
            </a:r>
            <a:r>
              <a:rPr lang="ru-RU" sz="2400" b="1" dirty="0"/>
              <a:t>2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6786" y="2143116"/>
            <a:ext cx="33623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3066" y="2143116"/>
            <a:ext cx="336232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595282" y="6356350"/>
            <a:ext cx="5926168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ru-RU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09794" y="1071546"/>
            <a:ext cx="600079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Настройка интернет магазина </a:t>
            </a:r>
            <a:r>
              <a:rPr lang="en-US" sz="2400" b="1" dirty="0" err="1"/>
              <a:t>WordPress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1166" y="1571612"/>
            <a:ext cx="6786610" cy="4286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452406" y="6356350"/>
            <a:ext cx="6069044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2670" y="1142984"/>
            <a:ext cx="6643734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Установка </a:t>
            </a:r>
            <a:r>
              <a:rPr lang="ru-RU" sz="2400" b="1" dirty="0" err="1"/>
              <a:t>плагина</a:t>
            </a:r>
            <a:r>
              <a:rPr lang="ru-RU" sz="2400" b="1" dirty="0"/>
              <a:t> </a:t>
            </a:r>
            <a:r>
              <a:rPr lang="en-US" sz="2400" b="1" dirty="0"/>
              <a:t>WP e</a:t>
            </a:r>
            <a:r>
              <a:rPr lang="ru-RU" sz="2400" b="1" dirty="0"/>
              <a:t>-</a:t>
            </a:r>
            <a:r>
              <a:rPr lang="en-US" sz="2400" b="1" dirty="0"/>
              <a:t>Commerce</a:t>
            </a:r>
            <a:r>
              <a:rPr lang="ru-RU" sz="2400" b="1" dirty="0"/>
              <a:t> на </a:t>
            </a:r>
            <a:r>
              <a:rPr lang="en-US" sz="2400" b="1" dirty="0" err="1"/>
              <a:t>WordPress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14" y="1571612"/>
            <a:ext cx="6858048" cy="4286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523844" y="6356350"/>
            <a:ext cx="5997606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2670" y="1142984"/>
            <a:ext cx="5072098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Настройка </a:t>
            </a:r>
            <a:r>
              <a:rPr lang="ru-RU" sz="2400" b="1" dirty="0" err="1"/>
              <a:t>плагина</a:t>
            </a:r>
            <a:r>
              <a:rPr lang="ru-RU" sz="2400" b="1" dirty="0"/>
              <a:t> WP </a:t>
            </a:r>
            <a:r>
              <a:rPr lang="ru-RU" sz="2400" b="1" dirty="0" err="1"/>
              <a:t>e-Commerce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90" y="1500174"/>
            <a:ext cx="6643734" cy="43577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452406" y="6356350"/>
            <a:ext cx="6069044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2670" y="1142984"/>
            <a:ext cx="5357850" cy="356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Загрузка </a:t>
            </a:r>
            <a:r>
              <a:rPr lang="ru-RU" sz="2400" b="1" dirty="0" smtClean="0"/>
              <a:t>темы для интернет </a:t>
            </a:r>
            <a:r>
              <a:rPr lang="ru-RU" sz="2400" b="1" dirty="0"/>
              <a:t>магазина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52" y="1500174"/>
            <a:ext cx="6786610" cy="4286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80968" y="6356350"/>
            <a:ext cx="6140482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2670" y="1071546"/>
            <a:ext cx="5357850" cy="356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Настройка меню и </a:t>
            </a:r>
            <a:r>
              <a:rPr lang="ru-RU" sz="2400" b="1" dirty="0" err="1"/>
              <a:t>виджетов</a:t>
            </a:r>
            <a:r>
              <a:rPr lang="ru-RU" sz="2400" b="1" dirty="0"/>
              <a:t> сайта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90" y="1428736"/>
            <a:ext cx="6753252" cy="45196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595282" y="6356350"/>
            <a:ext cx="5926168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2670" y="1071546"/>
            <a:ext cx="5715040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/>
              <a:t>Добавление товаров в интернет магазин</a:t>
            </a:r>
            <a:endParaRPr lang="ru-RU" sz="2400" b="1" spc="-50" dirty="0">
              <a:latin typeface="+mj-lt"/>
              <a:cs typeface="Arial" pitchFamily="34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2604" y="1428736"/>
            <a:ext cx="6610376" cy="45148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80968" y="6356350"/>
            <a:ext cx="6140482" cy="365125"/>
          </a:xfrm>
        </p:spPr>
        <p:txBody>
          <a:bodyPr/>
          <a:lstStyle/>
          <a:p>
            <a:pPr>
              <a:defRPr/>
            </a:pPr>
            <a:r>
              <a:rPr lang="ru-RU" dirty="0" smtClean="0">
                <a:solidFill>
                  <a:schemeClr val="bg1"/>
                </a:solidFill>
              </a:rPr>
              <a:t>УСТАНОВКА, НАСТРОЙКА И СОПРОВОЖДЕНИЕ ACTIVE DIRECTORY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EC057-3FC8-4ED1-95DF-4B061820F525}" type="slidenum">
              <a:rPr lang="ru-RU" sz="1800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ru-RU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224A30-3226-4A54-B3FD-C902850BA6C1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936776" y="2564904"/>
            <a:ext cx="5184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Выводы и заключение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98241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 smtClean="0"/>
              <a:t>Список литературы</a:t>
            </a:r>
            <a:endParaRPr lang="ru-RU" sz="360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УСТАНОВКА, НАСТРОЙКА И СОПРОВОЖДЕНИЕ ACTIVE DIRECTORY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8D9868-23E8-4389-B0C2-502850B220E3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011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906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307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8840788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380968" y="2285992"/>
            <a:ext cx="816771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ts val="6000"/>
              </a:lnSpc>
            </a:pPr>
            <a:r>
              <a:rPr lang="ru-RU" sz="48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СПАСИБО ЗА ВНИМАНИЕ!</a:t>
            </a:r>
            <a:endParaRPr lang="ru-RU" sz="4800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949950"/>
            <a:ext cx="99060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8D9868-23E8-4389-B0C2-502850B220E3}" type="slidenum">
              <a:rPr lang="ru-RU" sz="1800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ru-RU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346</Words>
  <Application>Microsoft Office PowerPoint</Application>
  <PresentationFormat>Лист A4 (210x297 мм)</PresentationFormat>
  <Paragraphs>89</Paragraphs>
  <Slides>15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Список литературы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bob</dc:creator>
  <cp:lastModifiedBy>Sergey Fadyushin</cp:lastModifiedBy>
  <cp:revision>30</cp:revision>
  <dcterms:created xsi:type="dcterms:W3CDTF">2011-04-26T14:23:21Z</dcterms:created>
  <dcterms:modified xsi:type="dcterms:W3CDTF">2023-08-14T14:58:18Z</dcterms:modified>
</cp:coreProperties>
</file>